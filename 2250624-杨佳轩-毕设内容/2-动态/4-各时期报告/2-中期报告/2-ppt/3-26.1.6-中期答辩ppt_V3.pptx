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 id="2147483665" r:id="rId2"/>
  </p:sldMasterIdLst>
  <p:notesMasterIdLst>
    <p:notesMasterId r:id="rId19"/>
  </p:notesMasterIdLst>
  <p:sldIdLst>
    <p:sldId id="626" r:id="rId3"/>
    <p:sldId id="1927" r:id="rId4"/>
    <p:sldId id="2000" r:id="rId5"/>
    <p:sldId id="1915" r:id="rId6"/>
    <p:sldId id="2001" r:id="rId7"/>
    <p:sldId id="1974" r:id="rId8"/>
    <p:sldId id="1996" r:id="rId9"/>
    <p:sldId id="2005" r:id="rId10"/>
    <p:sldId id="2004" r:id="rId11"/>
    <p:sldId id="2006" r:id="rId12"/>
    <p:sldId id="2007" r:id="rId13"/>
    <p:sldId id="2002" r:id="rId14"/>
    <p:sldId id="1986" r:id="rId15"/>
    <p:sldId id="2003" r:id="rId16"/>
    <p:sldId id="1993" r:id="rId17"/>
    <p:sldId id="1920" r:id="rId18"/>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DDDDDD"/>
    <a:srgbClr val="C00000"/>
    <a:srgbClr val="D9D9D9"/>
    <a:srgbClr val="0E58C4"/>
    <a:srgbClr val="1771F5"/>
    <a:srgbClr val="11A7FB"/>
    <a:srgbClr val="D2DEEB"/>
    <a:srgbClr val="5497BD"/>
    <a:srgbClr val="405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22" autoAdjust="0"/>
    <p:restoredTop sz="93899" autoAdjust="0"/>
  </p:normalViewPr>
  <p:slideViewPr>
    <p:cSldViewPr snapToGrid="0">
      <p:cViewPr varScale="1">
        <p:scale>
          <a:sx n="110" d="100"/>
          <a:sy n="110" d="100"/>
        </p:scale>
        <p:origin x="356" y="72"/>
      </p:cViewPr>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110" d="100"/>
          <a:sy n="110" d="100"/>
        </p:scale>
        <p:origin x="520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佳轩 杨" userId="41200b734dca50d2" providerId="LiveId" clId="{95130074-C092-5F4E-A9E4-E541F0AFD468}"/>
    <pc:docChg chg="modSld">
      <pc:chgData name="佳轩 杨" userId="41200b734dca50d2" providerId="LiveId" clId="{95130074-C092-5F4E-A9E4-E541F0AFD468}" dt="2025-12-29T06:57:10.466" v="9" actId="20577"/>
      <pc:docMkLst>
        <pc:docMk/>
      </pc:docMkLst>
      <pc:sldChg chg="modSp mod">
        <pc:chgData name="佳轩 杨" userId="41200b734dca50d2" providerId="LiveId" clId="{95130074-C092-5F4E-A9E4-E541F0AFD468}" dt="2025-12-29T06:57:10.466" v="9" actId="20577"/>
        <pc:sldMkLst>
          <pc:docMk/>
          <pc:sldMk cId="0" sldId="626"/>
        </pc:sldMkLst>
        <pc:spChg chg="mod">
          <ac:chgData name="佳轩 杨" userId="41200b734dca50d2" providerId="LiveId" clId="{95130074-C092-5F4E-A9E4-E541F0AFD468}" dt="2025-12-29T06:57:10.466" v="9" actId="20577"/>
          <ac:spMkLst>
            <pc:docMk/>
            <pc:sldMk cId="0" sldId="626"/>
            <ac:spMk id="7" creationId="{D91C4353-F6CF-033E-E55B-9343E672F0E4}"/>
          </ac:spMkLst>
        </pc:spChg>
      </pc:sldChg>
    </pc:docChg>
  </pc:docChgLst>
  <pc:docChgLst>
    <pc:chgData name="佳轩 杨" userId="41200b734dca50d2" providerId="LiveId" clId="{7DD6FC1F-0FA5-4890-B4E5-081D2335EBF1}"/>
    <pc:docChg chg="modSld">
      <pc:chgData name="佳轩 杨" userId="41200b734dca50d2" providerId="LiveId" clId="{7DD6FC1F-0FA5-4890-B4E5-081D2335EBF1}" dt="2025-12-29T09:29:10.318" v="24" actId="20577"/>
      <pc:docMkLst>
        <pc:docMk/>
      </pc:docMkLst>
      <pc:sldChg chg="modSp mod">
        <pc:chgData name="佳轩 杨" userId="41200b734dca50d2" providerId="LiveId" clId="{7DD6FC1F-0FA5-4890-B4E5-081D2335EBF1}" dt="2025-12-29T09:29:10.318" v="24" actId="20577"/>
        <pc:sldMkLst>
          <pc:docMk/>
          <pc:sldMk cId="1983832054" sldId="1920"/>
        </pc:sldMkLst>
        <pc:spChg chg="mod">
          <ac:chgData name="佳轩 杨" userId="41200b734dca50d2" providerId="LiveId" clId="{7DD6FC1F-0FA5-4890-B4E5-081D2335EBF1}" dt="2025-12-29T09:29:10.318" v="24" actId="20577"/>
          <ac:spMkLst>
            <pc:docMk/>
            <pc:sldMk cId="1983832054" sldId="1920"/>
            <ac:spMk id="2" creationId="{26C442DC-49BB-31D3-90D4-6AF0CE984409}"/>
          </ac:spMkLst>
        </pc:spChg>
      </pc:sldChg>
    </pc:docChg>
  </pc:docChgLst>
  <pc:docChgLst>
    <pc:chgData name="佳轩 杨" userId="41200b734dca50d2" providerId="LiveId" clId="{BC61B083-1537-D64A-94A7-3B2FD5B2658B}"/>
    <pc:docChg chg="custSel modSld">
      <pc:chgData name="佳轩 杨" userId="41200b734dca50d2" providerId="LiveId" clId="{BC61B083-1537-D64A-94A7-3B2FD5B2658B}" dt="2026-01-05T04:49:04.064" v="97"/>
      <pc:docMkLst>
        <pc:docMk/>
      </pc:docMkLst>
      <pc:sldChg chg="addSp delSp modSp mod">
        <pc:chgData name="佳轩 杨" userId="41200b734dca50d2" providerId="LiveId" clId="{BC61B083-1537-D64A-94A7-3B2FD5B2658B}" dt="2026-01-05T04:45:40.780" v="43"/>
        <pc:sldMkLst>
          <pc:docMk/>
          <pc:sldMk cId="1292409272" sldId="1915"/>
        </pc:sldMkLst>
        <pc:spChg chg="mod">
          <ac:chgData name="佳轩 杨" userId="41200b734dca50d2" providerId="LiveId" clId="{BC61B083-1537-D64A-94A7-3B2FD5B2658B}" dt="2026-01-05T04:44:51.777" v="41" actId="27636"/>
          <ac:spMkLst>
            <pc:docMk/>
            <pc:sldMk cId="1292409272" sldId="1915"/>
            <ac:spMk id="2" creationId="{9954D912-5456-A6C8-61E6-C96A9EE89B75}"/>
          </ac:spMkLst>
        </pc:spChg>
        <pc:spChg chg="add mod">
          <ac:chgData name="佳轩 杨" userId="41200b734dca50d2" providerId="LiveId" clId="{BC61B083-1537-D64A-94A7-3B2FD5B2658B}" dt="2026-01-05T04:45:40.780" v="43"/>
          <ac:spMkLst>
            <pc:docMk/>
            <pc:sldMk cId="1292409272" sldId="1915"/>
            <ac:spMk id="3" creationId="{4DCE737E-592A-515B-C9DF-4E8E170A493A}"/>
          </ac:spMkLst>
        </pc:spChg>
        <pc:spChg chg="del">
          <ac:chgData name="佳轩 杨" userId="41200b734dca50d2" providerId="LiveId" clId="{BC61B083-1537-D64A-94A7-3B2FD5B2658B}" dt="2026-01-05T04:45:39.254" v="42" actId="478"/>
          <ac:spMkLst>
            <pc:docMk/>
            <pc:sldMk cId="1292409272" sldId="1915"/>
            <ac:spMk id="4" creationId="{6EB58233-7FCC-D296-0E6C-5729778D0F7A}"/>
          </ac:spMkLst>
        </pc:spChg>
        <pc:spChg chg="del">
          <ac:chgData name="佳轩 杨" userId="41200b734dca50d2" providerId="LiveId" clId="{BC61B083-1537-D64A-94A7-3B2FD5B2658B}" dt="2026-01-05T04:45:39.254" v="42" actId="478"/>
          <ac:spMkLst>
            <pc:docMk/>
            <pc:sldMk cId="1292409272" sldId="1915"/>
            <ac:spMk id="5" creationId="{BF046308-2139-F567-7D34-E059BFCB6ABF}"/>
          </ac:spMkLst>
        </pc:spChg>
        <pc:spChg chg="del">
          <ac:chgData name="佳轩 杨" userId="41200b734dca50d2" providerId="LiveId" clId="{BC61B083-1537-D64A-94A7-3B2FD5B2658B}" dt="2026-01-05T04:45:39.254" v="42" actId="478"/>
          <ac:spMkLst>
            <pc:docMk/>
            <pc:sldMk cId="1292409272" sldId="1915"/>
            <ac:spMk id="6" creationId="{459072E9-E2F3-9ACD-7AE1-517272059D92}"/>
          </ac:spMkLst>
        </pc:spChg>
        <pc:spChg chg="add mod">
          <ac:chgData name="佳轩 杨" userId="41200b734dca50d2" providerId="LiveId" clId="{BC61B083-1537-D64A-94A7-3B2FD5B2658B}" dt="2026-01-05T04:45:40.780" v="43"/>
          <ac:spMkLst>
            <pc:docMk/>
            <pc:sldMk cId="1292409272" sldId="1915"/>
            <ac:spMk id="8" creationId="{281D7E96-8B66-EB96-0092-5E1BAF63E86A}"/>
          </ac:spMkLst>
        </pc:spChg>
        <pc:spChg chg="add mod">
          <ac:chgData name="佳轩 杨" userId="41200b734dca50d2" providerId="LiveId" clId="{BC61B083-1537-D64A-94A7-3B2FD5B2658B}" dt="2026-01-05T04:45:40.780" v="43"/>
          <ac:spMkLst>
            <pc:docMk/>
            <pc:sldMk cId="1292409272" sldId="1915"/>
            <ac:spMk id="9" creationId="{E1A487DE-A74B-08E6-0104-14CFA8ABC436}"/>
          </ac:spMkLst>
        </pc:spChg>
        <pc:spChg chg="del">
          <ac:chgData name="佳轩 杨" userId="41200b734dca50d2" providerId="LiveId" clId="{BC61B083-1537-D64A-94A7-3B2FD5B2658B}" dt="2026-01-05T04:45:39.254" v="42" actId="478"/>
          <ac:spMkLst>
            <pc:docMk/>
            <pc:sldMk cId="1292409272" sldId="1915"/>
            <ac:spMk id="17" creationId="{F4AFC35C-FD36-647A-3937-6C4E8FB5C0B7}"/>
          </ac:spMkLst>
        </pc:spChg>
        <pc:spChg chg="del">
          <ac:chgData name="佳轩 杨" userId="41200b734dca50d2" providerId="LiveId" clId="{BC61B083-1537-D64A-94A7-3B2FD5B2658B}" dt="2026-01-05T04:45:39.254" v="42" actId="478"/>
          <ac:spMkLst>
            <pc:docMk/>
            <pc:sldMk cId="1292409272" sldId="1915"/>
            <ac:spMk id="20" creationId="{946C850D-50A2-5F9D-5466-964989274984}"/>
          </ac:spMkLst>
        </pc:spChg>
        <pc:grpChg chg="del">
          <ac:chgData name="佳轩 杨" userId="41200b734dca50d2" providerId="LiveId" clId="{BC61B083-1537-D64A-94A7-3B2FD5B2658B}" dt="2026-01-05T04:45:39.254" v="42" actId="478"/>
          <ac:grpSpMkLst>
            <pc:docMk/>
            <pc:sldMk cId="1292409272" sldId="1915"/>
            <ac:grpSpMk id="12" creationId="{C46E5FB1-F733-3E5F-2B31-F5FDF3D44078}"/>
          </ac:grpSpMkLst>
        </pc:grpChg>
        <pc:picChg chg="add mod">
          <ac:chgData name="佳轩 杨" userId="41200b734dca50d2" providerId="LiveId" clId="{BC61B083-1537-D64A-94A7-3B2FD5B2658B}" dt="2026-01-05T04:45:40.780" v="43"/>
          <ac:picMkLst>
            <pc:docMk/>
            <pc:sldMk cId="1292409272" sldId="1915"/>
            <ac:picMk id="13" creationId="{1F893095-E75A-35CC-DDE5-A3A883CC9A89}"/>
          </ac:picMkLst>
        </pc:picChg>
        <pc:picChg chg="del">
          <ac:chgData name="佳轩 杨" userId="41200b734dca50d2" providerId="LiveId" clId="{BC61B083-1537-D64A-94A7-3B2FD5B2658B}" dt="2026-01-05T04:45:39.254" v="42" actId="478"/>
          <ac:picMkLst>
            <pc:docMk/>
            <pc:sldMk cId="1292409272" sldId="1915"/>
            <ac:picMk id="16" creationId="{9711B366-DF73-4BA6-3AC0-216241F990A7}"/>
          </ac:picMkLst>
        </pc:picChg>
        <pc:picChg chg="del">
          <ac:chgData name="佳轩 杨" userId="41200b734dca50d2" providerId="LiveId" clId="{BC61B083-1537-D64A-94A7-3B2FD5B2658B}" dt="2026-01-05T04:45:39.254" v="42" actId="478"/>
          <ac:picMkLst>
            <pc:docMk/>
            <pc:sldMk cId="1292409272" sldId="1915"/>
            <ac:picMk id="19" creationId="{7225C290-243B-341A-4A31-26819FEC1E60}"/>
          </ac:picMkLst>
        </pc:picChg>
        <pc:picChg chg="del">
          <ac:chgData name="佳轩 杨" userId="41200b734dca50d2" providerId="LiveId" clId="{BC61B083-1537-D64A-94A7-3B2FD5B2658B}" dt="2026-01-05T04:45:39.254" v="42" actId="478"/>
          <ac:picMkLst>
            <pc:docMk/>
            <pc:sldMk cId="1292409272" sldId="1915"/>
            <ac:picMk id="1028" creationId="{D8123B07-CCA6-14C2-F78B-F66B455C9285}"/>
          </ac:picMkLst>
        </pc:picChg>
        <pc:picChg chg="del">
          <ac:chgData name="佳轩 杨" userId="41200b734dca50d2" providerId="LiveId" clId="{BC61B083-1537-D64A-94A7-3B2FD5B2658B}" dt="2026-01-05T04:45:39.254" v="42" actId="478"/>
          <ac:picMkLst>
            <pc:docMk/>
            <pc:sldMk cId="1292409272" sldId="1915"/>
            <ac:picMk id="1034" creationId="{643C5376-4631-824A-1B00-DDB8E70F7B84}"/>
          </ac:picMkLst>
        </pc:picChg>
      </pc:sldChg>
      <pc:sldChg chg="modSp mod">
        <pc:chgData name="佳轩 杨" userId="41200b734dca50d2" providerId="LiveId" clId="{BC61B083-1537-D64A-94A7-3B2FD5B2658B}" dt="2026-01-05T04:46:42.808" v="49" actId="20577"/>
        <pc:sldMkLst>
          <pc:docMk/>
          <pc:sldMk cId="488678346" sldId="1927"/>
        </pc:sldMkLst>
        <pc:spChg chg="mod">
          <ac:chgData name="佳轩 杨" userId="41200b734dca50d2" providerId="LiveId" clId="{BC61B083-1537-D64A-94A7-3B2FD5B2658B}" dt="2026-01-05T04:30:36.990" v="29" actId="20577"/>
          <ac:spMkLst>
            <pc:docMk/>
            <pc:sldMk cId="488678346" sldId="1927"/>
            <ac:spMk id="45" creationId="{7EC86C75-835B-17C5-2500-5B4C51AA8CC0}"/>
          </ac:spMkLst>
        </pc:spChg>
        <pc:spChg chg="mod">
          <ac:chgData name="佳轩 杨" userId="41200b734dca50d2" providerId="LiveId" clId="{BC61B083-1537-D64A-94A7-3B2FD5B2658B}" dt="2026-01-05T04:46:42.808" v="49" actId="20577"/>
          <ac:spMkLst>
            <pc:docMk/>
            <pc:sldMk cId="488678346" sldId="1927"/>
            <ac:spMk id="49" creationId="{7D861644-3123-D188-0D2F-0C11ED960138}"/>
          </ac:spMkLst>
        </pc:spChg>
      </pc:sldChg>
      <pc:sldChg chg="modSp mod">
        <pc:chgData name="佳轩 杨" userId="41200b734dca50d2" providerId="LiveId" clId="{BC61B083-1537-D64A-94A7-3B2FD5B2658B}" dt="2026-01-05T04:48:50.206" v="94" actId="27636"/>
        <pc:sldMkLst>
          <pc:docMk/>
          <pc:sldMk cId="2212017724" sldId="1974"/>
        </pc:sldMkLst>
        <pc:spChg chg="mod">
          <ac:chgData name="佳轩 杨" userId="41200b734dca50d2" providerId="LiveId" clId="{BC61B083-1537-D64A-94A7-3B2FD5B2658B}" dt="2026-01-05T04:48:50.206" v="94" actId="27636"/>
          <ac:spMkLst>
            <pc:docMk/>
            <pc:sldMk cId="2212017724" sldId="1974"/>
            <ac:spMk id="2" creationId="{C37ED049-4FA7-B191-2FEF-31307219DB93}"/>
          </ac:spMkLst>
        </pc:spChg>
      </pc:sldChg>
      <pc:sldChg chg="modSp mod">
        <pc:chgData name="佳轩 杨" userId="41200b734dca50d2" providerId="LiveId" clId="{BC61B083-1537-D64A-94A7-3B2FD5B2658B}" dt="2026-01-05T04:48:44.909" v="91"/>
        <pc:sldMkLst>
          <pc:docMk/>
          <pc:sldMk cId="1266232568" sldId="1996"/>
        </pc:sldMkLst>
        <pc:spChg chg="mod">
          <ac:chgData name="佳轩 杨" userId="41200b734dca50d2" providerId="LiveId" clId="{BC61B083-1537-D64A-94A7-3B2FD5B2658B}" dt="2026-01-05T04:48:44.909" v="91"/>
          <ac:spMkLst>
            <pc:docMk/>
            <pc:sldMk cId="1266232568" sldId="1996"/>
            <ac:spMk id="44" creationId="{140801A5-1D93-2F68-9309-1C55670F95B5}"/>
          </ac:spMkLst>
        </pc:spChg>
      </pc:sldChg>
      <pc:sldChg chg="modSp mod">
        <pc:chgData name="佳轩 杨" userId="41200b734dca50d2" providerId="LiveId" clId="{BC61B083-1537-D64A-94A7-3B2FD5B2658B}" dt="2026-01-05T04:47:04.012" v="51" actId="207"/>
        <pc:sldMkLst>
          <pc:docMk/>
          <pc:sldMk cId="3739072598" sldId="2000"/>
        </pc:sldMkLst>
        <pc:spChg chg="mod">
          <ac:chgData name="佳轩 杨" userId="41200b734dca50d2" providerId="LiveId" clId="{BC61B083-1537-D64A-94A7-3B2FD5B2658B}" dt="2026-01-05T04:30:44.080" v="30"/>
          <ac:spMkLst>
            <pc:docMk/>
            <pc:sldMk cId="3739072598" sldId="2000"/>
            <ac:spMk id="45" creationId="{D18CA45C-6492-8384-55FB-2961928AF48E}"/>
          </ac:spMkLst>
        </pc:spChg>
        <pc:spChg chg="mod">
          <ac:chgData name="佳轩 杨" userId="41200b734dca50d2" providerId="LiveId" clId="{BC61B083-1537-D64A-94A7-3B2FD5B2658B}" dt="2026-01-05T04:47:04.012" v="51" actId="207"/>
          <ac:spMkLst>
            <pc:docMk/>
            <pc:sldMk cId="3739072598" sldId="2000"/>
            <ac:spMk id="49" creationId="{2880EE05-AF8E-BA7B-0A7B-9E6117599D0E}"/>
          </ac:spMkLst>
        </pc:spChg>
      </pc:sldChg>
      <pc:sldChg chg="modSp mod">
        <pc:chgData name="佳轩 杨" userId="41200b734dca50d2" providerId="LiveId" clId="{BC61B083-1537-D64A-94A7-3B2FD5B2658B}" dt="2026-01-05T04:47:11.530" v="52"/>
        <pc:sldMkLst>
          <pc:docMk/>
          <pc:sldMk cId="737027468" sldId="2001"/>
        </pc:sldMkLst>
        <pc:spChg chg="mod">
          <ac:chgData name="佳轩 杨" userId="41200b734dca50d2" providerId="LiveId" clId="{BC61B083-1537-D64A-94A7-3B2FD5B2658B}" dt="2026-01-05T04:30:59.095" v="32"/>
          <ac:spMkLst>
            <pc:docMk/>
            <pc:sldMk cId="737027468" sldId="2001"/>
            <ac:spMk id="45" creationId="{40060878-A497-5F11-2D42-E23D2A3785D3}"/>
          </ac:spMkLst>
        </pc:spChg>
        <pc:spChg chg="mod">
          <ac:chgData name="佳轩 杨" userId="41200b734dca50d2" providerId="LiveId" clId="{BC61B083-1537-D64A-94A7-3B2FD5B2658B}" dt="2026-01-05T04:47:11.530" v="52"/>
          <ac:spMkLst>
            <pc:docMk/>
            <pc:sldMk cId="737027468" sldId="2001"/>
            <ac:spMk id="49" creationId="{EBE75D42-9DF8-E3BD-C910-25AEF38758E8}"/>
          </ac:spMkLst>
        </pc:spChg>
      </pc:sldChg>
      <pc:sldChg chg="modSp mod">
        <pc:chgData name="佳轩 杨" userId="41200b734dca50d2" providerId="LiveId" clId="{BC61B083-1537-D64A-94A7-3B2FD5B2658B}" dt="2026-01-05T04:31:08.466" v="34"/>
        <pc:sldMkLst>
          <pc:docMk/>
          <pc:sldMk cId="2205354694" sldId="2002"/>
        </pc:sldMkLst>
        <pc:spChg chg="mod">
          <ac:chgData name="佳轩 杨" userId="41200b734dca50d2" providerId="LiveId" clId="{BC61B083-1537-D64A-94A7-3B2FD5B2658B}" dt="2026-01-05T04:31:08.466" v="34"/>
          <ac:spMkLst>
            <pc:docMk/>
            <pc:sldMk cId="2205354694" sldId="2002"/>
            <ac:spMk id="45" creationId="{A0B8D0B4-B927-AF78-CBD9-4471DD71AE2D}"/>
          </ac:spMkLst>
        </pc:spChg>
      </pc:sldChg>
      <pc:sldChg chg="modSp mod">
        <pc:chgData name="佳轩 杨" userId="41200b734dca50d2" providerId="LiveId" clId="{BC61B083-1537-D64A-94A7-3B2FD5B2658B}" dt="2026-01-05T04:31:14.928" v="36"/>
        <pc:sldMkLst>
          <pc:docMk/>
          <pc:sldMk cId="4232356108" sldId="2003"/>
        </pc:sldMkLst>
        <pc:spChg chg="mod">
          <ac:chgData name="佳轩 杨" userId="41200b734dca50d2" providerId="LiveId" clId="{BC61B083-1537-D64A-94A7-3B2FD5B2658B}" dt="2026-01-05T04:31:14.928" v="36"/>
          <ac:spMkLst>
            <pc:docMk/>
            <pc:sldMk cId="4232356108" sldId="2003"/>
            <ac:spMk id="45" creationId="{CB28D609-F33B-0E84-0F29-F8261F911F3F}"/>
          </ac:spMkLst>
        </pc:spChg>
      </pc:sldChg>
      <pc:sldChg chg="modSp mod">
        <pc:chgData name="佳轩 杨" userId="41200b734dca50d2" providerId="LiveId" clId="{BC61B083-1537-D64A-94A7-3B2FD5B2658B}" dt="2026-01-05T04:48:55.571" v="95"/>
        <pc:sldMkLst>
          <pc:docMk/>
          <pc:sldMk cId="3008840800" sldId="2004"/>
        </pc:sldMkLst>
        <pc:spChg chg="mod">
          <ac:chgData name="佳轩 杨" userId="41200b734dca50d2" providerId="LiveId" clId="{BC61B083-1537-D64A-94A7-3B2FD5B2658B}" dt="2026-01-05T04:48:55.571" v="95"/>
          <ac:spMkLst>
            <pc:docMk/>
            <pc:sldMk cId="3008840800" sldId="2004"/>
            <ac:spMk id="21" creationId="{C580C6FD-0130-C278-5518-5A272CE29385}"/>
          </ac:spMkLst>
        </pc:spChg>
      </pc:sldChg>
      <pc:sldChg chg="modSp mod">
        <pc:chgData name="佳轩 杨" userId="41200b734dca50d2" providerId="LiveId" clId="{BC61B083-1537-D64A-94A7-3B2FD5B2658B}" dt="2026-01-05T04:48:33.692" v="88" actId="20577"/>
        <pc:sldMkLst>
          <pc:docMk/>
          <pc:sldMk cId="3785809764" sldId="2005"/>
        </pc:sldMkLst>
        <pc:spChg chg="mod">
          <ac:chgData name="佳轩 杨" userId="41200b734dca50d2" providerId="LiveId" clId="{BC61B083-1537-D64A-94A7-3B2FD5B2658B}" dt="2026-01-05T04:48:33.692" v="88" actId="20577"/>
          <ac:spMkLst>
            <pc:docMk/>
            <pc:sldMk cId="3785809764" sldId="2005"/>
            <ac:spMk id="50" creationId="{EEF63422-FCB9-61DC-4486-DCDFF5901660}"/>
          </ac:spMkLst>
        </pc:spChg>
      </pc:sldChg>
      <pc:sldChg chg="modSp mod">
        <pc:chgData name="佳轩 杨" userId="41200b734dca50d2" providerId="LiveId" clId="{BC61B083-1537-D64A-94A7-3B2FD5B2658B}" dt="2026-01-05T04:49:01.238" v="96"/>
        <pc:sldMkLst>
          <pc:docMk/>
          <pc:sldMk cId="3728320529" sldId="2006"/>
        </pc:sldMkLst>
        <pc:spChg chg="mod">
          <ac:chgData name="佳轩 杨" userId="41200b734dca50d2" providerId="LiveId" clId="{BC61B083-1537-D64A-94A7-3B2FD5B2658B}" dt="2026-01-05T04:49:01.238" v="96"/>
          <ac:spMkLst>
            <pc:docMk/>
            <pc:sldMk cId="3728320529" sldId="2006"/>
            <ac:spMk id="21" creationId="{C580C6FD-0130-C278-5518-5A272CE29385}"/>
          </ac:spMkLst>
        </pc:spChg>
      </pc:sldChg>
      <pc:sldChg chg="modSp mod">
        <pc:chgData name="佳轩 杨" userId="41200b734dca50d2" providerId="LiveId" clId="{BC61B083-1537-D64A-94A7-3B2FD5B2658B}" dt="2026-01-05T04:49:04.064" v="97"/>
        <pc:sldMkLst>
          <pc:docMk/>
          <pc:sldMk cId="3372265642" sldId="2007"/>
        </pc:sldMkLst>
        <pc:spChg chg="mod">
          <ac:chgData name="佳轩 杨" userId="41200b734dca50d2" providerId="LiveId" clId="{BC61B083-1537-D64A-94A7-3B2FD5B2658B}" dt="2026-01-05T04:49:04.064" v="97"/>
          <ac:spMkLst>
            <pc:docMk/>
            <pc:sldMk cId="3372265642" sldId="2007"/>
            <ac:spMk id="21" creationId="{C580C6FD-0130-C278-5518-5A272CE293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33A9D70-3550-496F-8CEA-79375B4AC724}" type="datetimeFigureOut">
              <a:rPr lang="zh-CN" altLang="en-US" smtClean="0"/>
              <a:t>2026/1/6</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33B8F23-8142-4ACB-BD67-B58DC4CB01C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2275" y="1241425"/>
            <a:ext cx="5953125" cy="3349625"/>
          </a:xfrm>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en-US" altLang="zh-CN" sz="1100" dirty="0"/>
          </a:p>
        </p:txBody>
      </p:sp>
      <p:sp>
        <p:nvSpPr>
          <p:cNvPr id="4" name="灯片编号占位符 3"/>
          <p:cNvSpPr>
            <a:spLocks noGrp="1"/>
          </p:cNvSpPr>
          <p:nvPr>
            <p:ph type="sldNum" sz="quarter" idx="10"/>
          </p:nvPr>
        </p:nvSpPr>
        <p:spPr/>
        <p:txBody>
          <a:bodyPr/>
          <a:lstStyle/>
          <a:p>
            <a:fld id="{B33B8F23-8142-4ACB-BD67-B58DC4CB01C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2</a:t>
            </a:fld>
            <a:endParaRPr lang="zh-CN" altLang="en-US"/>
          </a:p>
        </p:txBody>
      </p:sp>
    </p:spTree>
    <p:extLst>
      <p:ext uri="{BB962C8B-B14F-4D97-AF65-F5344CB8AC3E}">
        <p14:creationId xmlns:p14="http://schemas.microsoft.com/office/powerpoint/2010/main" val="51659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C2EFD-1649-D941-C922-366D08EA08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30F0AC-E7EE-F622-F07C-E2B4EFCBA5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02644A-6FF1-DC0B-9E13-2718525E75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B144CF2-368C-BEB3-5801-1BB157C895C3}"/>
              </a:ext>
            </a:extLst>
          </p:cNvPr>
          <p:cNvSpPr>
            <a:spLocks noGrp="1"/>
          </p:cNvSpPr>
          <p:nvPr>
            <p:ph type="sldNum" sz="quarter" idx="5"/>
          </p:nvPr>
        </p:nvSpPr>
        <p:spPr/>
        <p:txBody>
          <a:bodyPr/>
          <a:lstStyle/>
          <a:p>
            <a:fld id="{B33B8F23-8142-4ACB-BD67-B58DC4CB01CF}" type="slidenum">
              <a:rPr lang="zh-CN" altLang="en-US" smtClean="0"/>
              <a:t>3</a:t>
            </a:fld>
            <a:endParaRPr lang="zh-CN" altLang="en-US"/>
          </a:p>
        </p:txBody>
      </p:sp>
    </p:spTree>
    <p:extLst>
      <p:ext uri="{BB962C8B-B14F-4D97-AF65-F5344CB8AC3E}">
        <p14:creationId xmlns:p14="http://schemas.microsoft.com/office/powerpoint/2010/main" val="854287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4</a:t>
            </a:fld>
            <a:endParaRPr lang="zh-CN" altLang="en-US"/>
          </a:p>
        </p:txBody>
      </p:sp>
    </p:spTree>
    <p:extLst>
      <p:ext uri="{BB962C8B-B14F-4D97-AF65-F5344CB8AC3E}">
        <p14:creationId xmlns:p14="http://schemas.microsoft.com/office/powerpoint/2010/main" val="3665370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9BF07-3D4D-50C4-E386-4B003E7C3F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C175A8-6EF5-4D48-C9A8-DBDE606AD6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3ECAFE-0B8A-E815-200C-09BA2E0E48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F8372F-1A7E-51A7-7A02-364A41E74651}"/>
              </a:ext>
            </a:extLst>
          </p:cNvPr>
          <p:cNvSpPr>
            <a:spLocks noGrp="1"/>
          </p:cNvSpPr>
          <p:nvPr>
            <p:ph type="sldNum" sz="quarter" idx="5"/>
          </p:nvPr>
        </p:nvSpPr>
        <p:spPr/>
        <p:txBody>
          <a:bodyPr/>
          <a:lstStyle/>
          <a:p>
            <a:fld id="{B33B8F23-8142-4ACB-BD67-B58DC4CB01CF}" type="slidenum">
              <a:rPr lang="zh-CN" altLang="en-US" smtClean="0"/>
              <a:t>5</a:t>
            </a:fld>
            <a:endParaRPr lang="zh-CN" altLang="en-US"/>
          </a:p>
        </p:txBody>
      </p:sp>
    </p:spTree>
    <p:extLst>
      <p:ext uri="{BB962C8B-B14F-4D97-AF65-F5344CB8AC3E}">
        <p14:creationId xmlns:p14="http://schemas.microsoft.com/office/powerpoint/2010/main" val="257377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6</a:t>
            </a:fld>
            <a:endParaRPr lang="zh-CN" altLang="en-US"/>
          </a:p>
        </p:txBody>
      </p:sp>
    </p:spTree>
    <p:extLst>
      <p:ext uri="{BB962C8B-B14F-4D97-AF65-F5344CB8AC3E}">
        <p14:creationId xmlns:p14="http://schemas.microsoft.com/office/powerpoint/2010/main" val="602107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F820-DF7F-F0D0-7708-FD5A233176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F77E1D-3A3C-0426-384A-9282E69BE0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AB01BC-FE7F-D263-BE76-353589A7137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613484F-E0FD-F3E1-4775-92011109F6D5}"/>
              </a:ext>
            </a:extLst>
          </p:cNvPr>
          <p:cNvSpPr>
            <a:spLocks noGrp="1"/>
          </p:cNvSpPr>
          <p:nvPr>
            <p:ph type="sldNum" sz="quarter" idx="5"/>
          </p:nvPr>
        </p:nvSpPr>
        <p:spPr/>
        <p:txBody>
          <a:bodyPr/>
          <a:lstStyle/>
          <a:p>
            <a:fld id="{B33B8F23-8142-4ACB-BD67-B58DC4CB01CF}" type="slidenum">
              <a:rPr lang="zh-CN" altLang="en-US" smtClean="0"/>
              <a:t>7</a:t>
            </a:fld>
            <a:endParaRPr lang="zh-CN" altLang="en-US"/>
          </a:p>
        </p:txBody>
      </p:sp>
    </p:spTree>
    <p:extLst>
      <p:ext uri="{BB962C8B-B14F-4D97-AF65-F5344CB8AC3E}">
        <p14:creationId xmlns:p14="http://schemas.microsoft.com/office/powerpoint/2010/main" val="3608305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50F49-B252-916E-0C44-66FE7147A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87D675-771C-D4AD-C147-1C31DD390B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BD2F86-8C79-E8F5-7E36-65F88C1B02D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6643BA5-CF3C-E847-0CF9-17049BCF6E70}"/>
              </a:ext>
            </a:extLst>
          </p:cNvPr>
          <p:cNvSpPr>
            <a:spLocks noGrp="1"/>
          </p:cNvSpPr>
          <p:nvPr>
            <p:ph type="sldNum" sz="quarter" idx="5"/>
          </p:nvPr>
        </p:nvSpPr>
        <p:spPr/>
        <p:txBody>
          <a:bodyPr/>
          <a:lstStyle/>
          <a:p>
            <a:fld id="{B33B8F23-8142-4ACB-BD67-B58DC4CB01CF}" type="slidenum">
              <a:rPr lang="zh-CN" altLang="en-US" smtClean="0"/>
              <a:t>8</a:t>
            </a:fld>
            <a:endParaRPr lang="zh-CN" altLang="en-US"/>
          </a:p>
        </p:txBody>
      </p:sp>
    </p:spTree>
    <p:extLst>
      <p:ext uri="{BB962C8B-B14F-4D97-AF65-F5344CB8AC3E}">
        <p14:creationId xmlns:p14="http://schemas.microsoft.com/office/powerpoint/2010/main" val="1808400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9</a:t>
            </a:fld>
            <a:endParaRPr lang="zh-CN" altLang="en-US"/>
          </a:p>
        </p:txBody>
      </p:sp>
    </p:spTree>
    <p:extLst>
      <p:ext uri="{BB962C8B-B14F-4D97-AF65-F5344CB8AC3E}">
        <p14:creationId xmlns:p14="http://schemas.microsoft.com/office/powerpoint/2010/main" val="3570574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10</a:t>
            </a:fld>
            <a:endParaRPr lang="zh-CN" altLang="en-US"/>
          </a:p>
        </p:txBody>
      </p:sp>
    </p:spTree>
    <p:extLst>
      <p:ext uri="{BB962C8B-B14F-4D97-AF65-F5344CB8AC3E}">
        <p14:creationId xmlns:p14="http://schemas.microsoft.com/office/powerpoint/2010/main" val="864996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11</a:t>
            </a:fld>
            <a:endParaRPr lang="zh-CN" altLang="en-US"/>
          </a:p>
        </p:txBody>
      </p:sp>
    </p:spTree>
    <p:extLst>
      <p:ext uri="{BB962C8B-B14F-4D97-AF65-F5344CB8AC3E}">
        <p14:creationId xmlns:p14="http://schemas.microsoft.com/office/powerpoint/2010/main" val="3890838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6DA40-C857-CBE0-B767-DD10FED16E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B7CC35-DF5A-B843-A67D-D0F5E8FA87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958115-79BE-1DD5-CDD5-8F1EC86627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475F74-1378-8F4E-267C-79841BA3B86D}"/>
              </a:ext>
            </a:extLst>
          </p:cNvPr>
          <p:cNvSpPr>
            <a:spLocks noGrp="1"/>
          </p:cNvSpPr>
          <p:nvPr>
            <p:ph type="sldNum" sz="quarter" idx="5"/>
          </p:nvPr>
        </p:nvSpPr>
        <p:spPr/>
        <p:txBody>
          <a:bodyPr/>
          <a:lstStyle/>
          <a:p>
            <a:fld id="{B33B8F23-8142-4ACB-BD67-B58DC4CB01CF}" type="slidenum">
              <a:rPr lang="zh-CN" altLang="en-US" smtClean="0"/>
              <a:t>12</a:t>
            </a:fld>
            <a:endParaRPr lang="zh-CN" altLang="en-US"/>
          </a:p>
        </p:txBody>
      </p:sp>
    </p:spTree>
    <p:extLst>
      <p:ext uri="{BB962C8B-B14F-4D97-AF65-F5344CB8AC3E}">
        <p14:creationId xmlns:p14="http://schemas.microsoft.com/office/powerpoint/2010/main" val="1405216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13</a:t>
            </a:fld>
            <a:endParaRPr lang="zh-CN" altLang="en-US"/>
          </a:p>
        </p:txBody>
      </p:sp>
    </p:spTree>
    <p:extLst>
      <p:ext uri="{BB962C8B-B14F-4D97-AF65-F5344CB8AC3E}">
        <p14:creationId xmlns:p14="http://schemas.microsoft.com/office/powerpoint/2010/main" val="3682730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878F3-7353-4D38-358B-77ACF2CBBC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EEE5A6-42CC-89A2-9D1B-81DCAAAF9B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4D1B1B-D690-E6FB-1BFA-8309D41FABC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1CD86E5-752C-4563-7B54-069DDBB4A928}"/>
              </a:ext>
            </a:extLst>
          </p:cNvPr>
          <p:cNvSpPr>
            <a:spLocks noGrp="1"/>
          </p:cNvSpPr>
          <p:nvPr>
            <p:ph type="sldNum" sz="quarter" idx="5"/>
          </p:nvPr>
        </p:nvSpPr>
        <p:spPr/>
        <p:txBody>
          <a:bodyPr/>
          <a:lstStyle/>
          <a:p>
            <a:fld id="{B33B8F23-8142-4ACB-BD67-B58DC4CB01CF}" type="slidenum">
              <a:rPr lang="zh-CN" altLang="en-US" smtClean="0"/>
              <a:t>14</a:t>
            </a:fld>
            <a:endParaRPr lang="zh-CN" altLang="en-US"/>
          </a:p>
        </p:txBody>
      </p:sp>
    </p:spTree>
    <p:extLst>
      <p:ext uri="{BB962C8B-B14F-4D97-AF65-F5344CB8AC3E}">
        <p14:creationId xmlns:p14="http://schemas.microsoft.com/office/powerpoint/2010/main" val="2812783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F8BB-0A6B-F5CD-EC26-644C5DBDC2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5794D0-A46B-1055-256C-3B6E94777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6B3A29-DDE8-5B8C-2268-598C846AB90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C5259AC-3A36-471D-90EB-C4D1FE1C1B92}"/>
              </a:ext>
            </a:extLst>
          </p:cNvPr>
          <p:cNvSpPr>
            <a:spLocks noGrp="1"/>
          </p:cNvSpPr>
          <p:nvPr>
            <p:ph type="sldNum" sz="quarter" idx="5"/>
          </p:nvPr>
        </p:nvSpPr>
        <p:spPr/>
        <p:txBody>
          <a:bodyPr/>
          <a:lstStyle/>
          <a:p>
            <a:fld id="{B33B8F23-8142-4ACB-BD67-B58DC4CB01CF}" type="slidenum">
              <a:rPr lang="zh-CN" altLang="en-US" smtClean="0"/>
              <a:t>15</a:t>
            </a:fld>
            <a:endParaRPr lang="zh-CN" altLang="en-US"/>
          </a:p>
        </p:txBody>
      </p:sp>
    </p:spTree>
    <p:extLst>
      <p:ext uri="{BB962C8B-B14F-4D97-AF65-F5344CB8AC3E}">
        <p14:creationId xmlns:p14="http://schemas.microsoft.com/office/powerpoint/2010/main" val="2451750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04C6-2A67-A49E-4C50-AC268E298A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05DAB9-F35D-6DAF-53E4-F70CD4380BAF}"/>
              </a:ext>
            </a:extLst>
          </p:cNvPr>
          <p:cNvSpPr>
            <a:spLocks noGrp="1" noRot="1" noChangeAspect="1"/>
          </p:cNvSpPr>
          <p:nvPr>
            <p:ph type="sldImg"/>
          </p:nvPr>
        </p:nvSpPr>
        <p:spPr>
          <a:xfrm>
            <a:off x="422275" y="1241425"/>
            <a:ext cx="5953125" cy="3349625"/>
          </a:xfrm>
        </p:spPr>
      </p:sp>
      <p:sp>
        <p:nvSpPr>
          <p:cNvPr id="3" name="备注占位符 2">
            <a:extLst>
              <a:ext uri="{FF2B5EF4-FFF2-40B4-BE49-F238E27FC236}">
                <a16:creationId xmlns:a16="http://schemas.microsoft.com/office/drawing/2014/main" id="{2CE15E78-A5F6-A8A8-DF2A-CE5E440643F1}"/>
              </a:ext>
            </a:extLst>
          </p:cNvPr>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zh-CN" altLang="en-US" sz="1100" dirty="0"/>
          </a:p>
        </p:txBody>
      </p:sp>
      <p:sp>
        <p:nvSpPr>
          <p:cNvPr id="4" name="灯片编号占位符 3">
            <a:extLst>
              <a:ext uri="{FF2B5EF4-FFF2-40B4-BE49-F238E27FC236}">
                <a16:creationId xmlns:a16="http://schemas.microsoft.com/office/drawing/2014/main" id="{BED8AACF-AA4E-62F9-6F8A-B885EEBF886D}"/>
              </a:ext>
            </a:extLst>
          </p:cNvPr>
          <p:cNvSpPr>
            <a:spLocks noGrp="1"/>
          </p:cNvSpPr>
          <p:nvPr>
            <p:ph type="sldNum" sz="quarter" idx="10"/>
          </p:nvPr>
        </p:nvSpPr>
        <p:spPr/>
        <p:txBody>
          <a:bodyPr/>
          <a:lstStyle/>
          <a:p>
            <a:fld id="{B33B8F23-8142-4ACB-BD67-B58DC4CB01CF}" type="slidenum">
              <a:rPr lang="zh-CN" altLang="en-US" smtClean="0"/>
              <a:t>16</a:t>
            </a:fld>
            <a:endParaRPr lang="zh-CN" altLang="en-US"/>
          </a:p>
        </p:txBody>
      </p:sp>
    </p:spTree>
    <p:extLst>
      <p:ext uri="{BB962C8B-B14F-4D97-AF65-F5344CB8AC3E}">
        <p14:creationId xmlns:p14="http://schemas.microsoft.com/office/powerpoint/2010/main" val="228380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6333795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196662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4361479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679352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94835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958758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87919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753723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1811664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8047630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0525269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052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i="1" dirty="0">
                <a:solidFill>
                  <a:srgbClr val="002060"/>
                </a:solidFill>
              </a:rPr>
              <a:t>-</a:t>
            </a:r>
            <a:fld id="{77BAF064-260E-4892-AFE1-03308543B28D}" type="slidenum">
              <a:rPr lang="zh-CN" altLang="en-US" sz="1800" b="1" i="1" smtClean="0">
                <a:solidFill>
                  <a:srgbClr val="002060"/>
                </a:solidFill>
              </a:rPr>
              <a:t>‹#›</a:t>
            </a:fld>
            <a:r>
              <a:rPr lang="en-US" altLang="zh-CN" sz="1800" b="1" i="1" dirty="0">
                <a:solidFill>
                  <a:srgbClr val="002060"/>
                </a:solidFill>
              </a:rPr>
              <a:t>-</a:t>
            </a:r>
            <a:endParaRPr lang="zh-CN" altLang="en-US" sz="1800" b="1" i="1" dirty="0">
              <a:solidFill>
                <a:srgbClr val="00206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7BAF064-260E-4892-AFE1-03308543B28D}" type="slidenum">
              <a:rPr lang="zh-CN" altLang="en-US" sz="1800" b="1" i="1" smtClean="0">
                <a:solidFill>
                  <a:srgbClr val="002060"/>
                </a:solidFill>
              </a:rPr>
              <a:t>‹#›</a:t>
            </a:fld>
            <a:r>
              <a:rPr lang="en-US" altLang="zh-CN" sz="1800" b="1" i="1" dirty="0">
                <a:solidFill>
                  <a:srgbClr val="002060"/>
                </a:solidFill>
              </a:rPr>
              <a:t>/25</a:t>
            </a:r>
            <a:endParaRPr lang="zh-CN" altLang="en-US" sz="1800" b="1" i="1" dirty="0">
              <a:solidFill>
                <a:srgbClr val="002060"/>
              </a:solidFill>
            </a:endParaRPr>
          </a:p>
        </p:txBody>
      </p:sp>
      <p:sp>
        <p:nvSpPr>
          <p:cNvPr id="3" name="Title 1">
            <a:extLst>
              <a:ext uri="{FF2B5EF4-FFF2-40B4-BE49-F238E27FC236}">
                <a16:creationId xmlns:a16="http://schemas.microsoft.com/office/drawing/2014/main" id="{8848F937-E385-36C6-92D8-996CCB7357FA}"/>
              </a:ext>
            </a:extLst>
          </p:cNvPr>
          <p:cNvSpPr>
            <a:spLocks noGrp="1"/>
          </p:cNvSpPr>
          <p:nvPr>
            <p:ph type="title"/>
          </p:nvPr>
        </p:nvSpPr>
        <p:spPr>
          <a:xfrm>
            <a:off x="1" y="271086"/>
            <a:ext cx="12192000" cy="564806"/>
          </a:xfrm>
        </p:spPr>
        <p:txBody>
          <a:bodyPr>
            <a:normAutofit/>
          </a:bodyPr>
          <a:lstStyle>
            <a:lvl1pPr marL="0" algn="l" defTabSz="457200" rtl="0" eaLnBrk="1" latinLnBrk="0" hangingPunct="1">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946862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9C40F-941F-49B4-42DE-A2AB751E236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BF2F03-01F5-21A7-E09E-9209039E1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1DAD68-F5AE-D653-DA1E-4A340FDCB506}"/>
              </a:ext>
            </a:extLst>
          </p:cNvPr>
          <p:cNvSpPr>
            <a:spLocks noGrp="1"/>
          </p:cNvSpPr>
          <p:nvPr>
            <p:ph type="dt" sz="half" idx="10"/>
          </p:nvPr>
        </p:nvSpPr>
        <p:spPr/>
        <p:txBody>
          <a:bodyPr/>
          <a:lstStyle/>
          <a:p>
            <a:fld id="{58AD2E3A-192D-445D-B466-0477CAAD1086}" type="datetimeFigureOut">
              <a:rPr lang="zh-CN" altLang="en-US" smtClean="0"/>
              <a:t>2026/1/6</a:t>
            </a:fld>
            <a:endParaRPr lang="zh-CN" altLang="en-US"/>
          </a:p>
        </p:txBody>
      </p:sp>
      <p:sp>
        <p:nvSpPr>
          <p:cNvPr id="5" name="页脚占位符 4">
            <a:extLst>
              <a:ext uri="{FF2B5EF4-FFF2-40B4-BE49-F238E27FC236}">
                <a16:creationId xmlns:a16="http://schemas.microsoft.com/office/drawing/2014/main" id="{7F79DE91-A7E1-679A-77BE-CE670DAF8B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B8469F-AFB2-170B-4DD3-2E4FBAE0423F}"/>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604236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7CA50-642B-4CAA-4CD2-47AAAE109A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D5F4C9-3426-D4BA-2745-6F7AC95269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DB38D7-CB02-515C-165E-9ED3557068A2}"/>
              </a:ext>
            </a:extLst>
          </p:cNvPr>
          <p:cNvSpPr>
            <a:spLocks noGrp="1"/>
          </p:cNvSpPr>
          <p:nvPr>
            <p:ph type="dt" sz="half" idx="10"/>
          </p:nvPr>
        </p:nvSpPr>
        <p:spPr/>
        <p:txBody>
          <a:bodyPr/>
          <a:lstStyle/>
          <a:p>
            <a:fld id="{58AD2E3A-192D-445D-B466-0477CAAD1086}" type="datetimeFigureOut">
              <a:rPr lang="zh-CN" altLang="en-US" smtClean="0"/>
              <a:t>2026/1/6</a:t>
            </a:fld>
            <a:endParaRPr lang="zh-CN" altLang="en-US"/>
          </a:p>
        </p:txBody>
      </p:sp>
      <p:sp>
        <p:nvSpPr>
          <p:cNvPr id="5" name="页脚占位符 4">
            <a:extLst>
              <a:ext uri="{FF2B5EF4-FFF2-40B4-BE49-F238E27FC236}">
                <a16:creationId xmlns:a16="http://schemas.microsoft.com/office/drawing/2014/main" id="{4EC4009D-6CB9-CB6B-9EB2-0574E36C35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414FDC-FAE8-7248-F18F-9FE4197B8509}"/>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39263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矩形 6">
            <a:extLst>
              <a:ext uri="{FF2B5EF4-FFF2-40B4-BE49-F238E27FC236}">
                <a16:creationId xmlns:a16="http://schemas.microsoft.com/office/drawing/2014/main" id="{0188E450-8ABA-4BE1-A9C7-97E1BD652863}"/>
              </a:ext>
            </a:extLst>
          </p:cNvPr>
          <p:cNvSpPr/>
          <p:nvPr userDrawn="1"/>
        </p:nvSpPr>
        <p:spPr>
          <a:xfrm flipV="1">
            <a:off x="0" y="840508"/>
            <a:ext cx="12192000" cy="4635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11410254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49" r:id="rId13"/>
    <p:sldLayoutId id="214748366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D90B9B-99AA-9FB2-9DAC-753584840F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B4FD492-58BD-BD24-D1F0-B4429B0E1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821B04-0F66-6513-10D8-C42C636B9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AD2E3A-192D-445D-B466-0477CAAD1086}" type="datetimeFigureOut">
              <a:rPr lang="zh-CN" altLang="en-US" smtClean="0"/>
              <a:t>2026/1/6</a:t>
            </a:fld>
            <a:endParaRPr lang="zh-CN" altLang="en-US"/>
          </a:p>
        </p:txBody>
      </p:sp>
      <p:sp>
        <p:nvSpPr>
          <p:cNvPr id="5" name="页脚占位符 4">
            <a:extLst>
              <a:ext uri="{FF2B5EF4-FFF2-40B4-BE49-F238E27FC236}">
                <a16:creationId xmlns:a16="http://schemas.microsoft.com/office/drawing/2014/main" id="{8836511A-8354-5809-B5A2-3E221A02F1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231841C-3462-EA7B-28D4-1EA9278B0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549219271"/>
      </p:ext>
    </p:extLst>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2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3.png"/><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25.png"/><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混合式双轮足机器人轻量级控制策略研究</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 name="组合 4">
            <a:extLst>
              <a:ext uri="{FF2B5EF4-FFF2-40B4-BE49-F238E27FC236}">
                <a16:creationId xmlns:a16="http://schemas.microsoft.com/office/drawing/2014/main" id="{321AEFCE-097E-BD3D-0E1C-619D33EBFA55}"/>
              </a:ext>
            </a:extLst>
          </p:cNvPr>
          <p:cNvGrpSpPr/>
          <p:nvPr/>
        </p:nvGrpSpPr>
        <p:grpSpPr>
          <a:xfrm>
            <a:off x="4383338" y="5066917"/>
            <a:ext cx="7154920" cy="954107"/>
            <a:chOff x="3952414" y="4777882"/>
            <a:chExt cx="7154920" cy="954107"/>
          </a:xfrm>
        </p:grpSpPr>
        <p:sp>
          <p:nvSpPr>
            <p:cNvPr id="3" name="文本框 2">
              <a:extLst>
                <a:ext uri="{FF2B5EF4-FFF2-40B4-BE49-F238E27FC236}">
                  <a16:creationId xmlns:a16="http://schemas.microsoft.com/office/drawing/2014/main" id="{73BA0275-FA30-4D9F-B2B6-92AC46BFBBFD}"/>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68C33FB-E908-59BD-2A1F-FE65884A4F4C}"/>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D91C4353-F6CF-033E-E55B-9343E672F0E4}"/>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级本科生毕业设计中期答辩</a:t>
            </a:r>
          </a:p>
        </p:txBody>
      </p:sp>
      <p:pic>
        <p:nvPicPr>
          <p:cNvPr id="9" name="图片 8">
            <a:extLst>
              <a:ext uri="{FF2B5EF4-FFF2-40B4-BE49-F238E27FC236}">
                <a16:creationId xmlns:a16="http://schemas.microsoft.com/office/drawing/2014/main" id="{7730C4EA-4A79-83ED-8502-60C7E6AAAAA9}"/>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545"/>
    </mc:Choice>
    <mc:Fallback xmlns="">
      <p:transition spd="slow" advTm="1154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7AE3A45-9FBF-8C7E-330A-7E1129A89D6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3489005-54AE-08BD-0860-0956147177AB}"/>
              </a:ext>
            </a:extLst>
          </p:cNvPr>
          <p:cNvSpPr/>
          <p:nvPr/>
        </p:nvSpPr>
        <p:spPr>
          <a:xfrm flipV="1">
            <a:off x="3916871" y="1568681"/>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C342B8E-7149-AE3D-F998-F7BD45AFF8B7}"/>
              </a:ext>
            </a:extLst>
          </p:cNvPr>
          <p:cNvSpPr/>
          <p:nvPr/>
        </p:nvSpPr>
        <p:spPr>
          <a:xfrm flipV="1">
            <a:off x="3497494" y="1534310"/>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7EC86C75-835B-17C5-2500-5B4C51AA8CC0}"/>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内容及技术路线</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B44B505-8A57-74BF-933B-D5B1FE34D7FC}"/>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594A0131-B403-2126-2A06-F7DCB105D371}"/>
              </a:ext>
            </a:extLst>
          </p:cNvPr>
          <p:cNvSpPr/>
          <p:nvPr/>
        </p:nvSpPr>
        <p:spPr>
          <a:xfrm flipV="1">
            <a:off x="3499041" y="2639165"/>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2563E6B5-1233-1FF0-7C7F-5701B1EB3523}"/>
              </a:ext>
            </a:extLst>
          </p:cNvPr>
          <p:cNvSpPr/>
          <p:nvPr/>
        </p:nvSpPr>
        <p:spPr>
          <a:xfrm flipV="1">
            <a:off x="3916871" y="2673537"/>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7D861644-3123-D188-0D2F-0C11ED960138}"/>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工作</a:t>
            </a: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进展</a:t>
            </a:r>
          </a:p>
        </p:txBody>
      </p:sp>
      <p:sp>
        <p:nvSpPr>
          <p:cNvPr id="50" name="文本框 49">
            <a:extLst>
              <a:ext uri="{FF2B5EF4-FFF2-40B4-BE49-F238E27FC236}">
                <a16:creationId xmlns:a16="http://schemas.microsoft.com/office/drawing/2014/main" id="{CB3BDFFF-EB8F-6936-81D0-3259012482BA}"/>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AFFAD396-BB51-A50F-8AAA-04774667B748}"/>
              </a:ext>
            </a:extLst>
          </p:cNvPr>
          <p:cNvSpPr/>
          <p:nvPr/>
        </p:nvSpPr>
        <p:spPr>
          <a:xfrm flipV="1">
            <a:off x="3939814" y="3828565"/>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814740E9-9E35-BD1E-D575-169544A92CF9}"/>
              </a:ext>
            </a:extLst>
          </p:cNvPr>
          <p:cNvSpPr/>
          <p:nvPr/>
        </p:nvSpPr>
        <p:spPr>
          <a:xfrm flipV="1">
            <a:off x="3523533" y="3794194"/>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4A20CBC0-C78A-2E3A-DD03-A12C5D9DE780}"/>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F55C1E21-003A-06E1-81E9-090133C34ADF}"/>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A66AC8ED-94FA-DBFE-3065-9A21904BB1B8}"/>
              </a:ext>
            </a:extLst>
          </p:cNvPr>
          <p:cNvSpPr/>
          <p:nvPr/>
        </p:nvSpPr>
        <p:spPr>
          <a:xfrm flipV="1">
            <a:off x="3918418" y="4991853"/>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E6204227-45C4-09BC-88BE-CD9F22344313}"/>
              </a:ext>
            </a:extLst>
          </p:cNvPr>
          <p:cNvSpPr/>
          <p:nvPr/>
        </p:nvSpPr>
        <p:spPr>
          <a:xfrm flipV="1">
            <a:off x="3502137" y="4957482"/>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967F2DB-AF3F-F5C9-D47F-825DC5C5F50F}"/>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E187F2D-84E3-76F2-FAC9-8D47EA1D9D06}"/>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8867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00E51-52C4-DBC0-6F8F-F272FC59787D}"/>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AFB25C48-944A-7C76-7127-C1FAEB5168DF}"/>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6AFD43A0-D0A6-F3D9-9DF3-22B134DFA38E}"/>
              </a:ext>
            </a:extLst>
          </p:cNvPr>
          <p:cNvSpPr/>
          <p:nvPr/>
        </p:nvSpPr>
        <p:spPr>
          <a:xfrm flipV="1">
            <a:off x="3916871" y="1568681"/>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068D3F90-704C-5244-3DB6-767E106DFC49}"/>
              </a:ext>
            </a:extLst>
          </p:cNvPr>
          <p:cNvSpPr/>
          <p:nvPr/>
        </p:nvSpPr>
        <p:spPr>
          <a:xfrm flipV="1">
            <a:off x="3497494" y="1534310"/>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D18CA45C-6492-8384-55FB-2961928AF48E}"/>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内容及技术路线</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15B1821B-70AD-FE5B-6BDF-3C398BFE843B}"/>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79BFCC9A-CCE1-846C-8117-812C5B4B237D}"/>
              </a:ext>
            </a:extLst>
          </p:cNvPr>
          <p:cNvSpPr/>
          <p:nvPr/>
        </p:nvSpPr>
        <p:spPr>
          <a:xfrm flipV="1">
            <a:off x="3499041" y="2639165"/>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lumMod val="50000"/>
                  <a:lumOff val="50000"/>
                </a:schemeClr>
              </a:solidFill>
              <a:effectLst/>
              <a:highlight>
                <a:srgbClr val="808080"/>
              </a:highligh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6686E3DD-4362-BF9A-715E-374D27B9DEAA}"/>
              </a:ext>
            </a:extLst>
          </p:cNvPr>
          <p:cNvSpPr/>
          <p:nvPr/>
        </p:nvSpPr>
        <p:spPr>
          <a:xfrm flipV="1">
            <a:off x="3916871" y="2673537"/>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2880EE05-AF8E-BA7B-0A7B-9E6117599D0E}"/>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工作</a:t>
            </a: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进展</a:t>
            </a:r>
          </a:p>
        </p:txBody>
      </p:sp>
      <p:sp>
        <p:nvSpPr>
          <p:cNvPr id="50" name="文本框 49">
            <a:extLst>
              <a:ext uri="{FF2B5EF4-FFF2-40B4-BE49-F238E27FC236}">
                <a16:creationId xmlns:a16="http://schemas.microsoft.com/office/drawing/2014/main" id="{1E03F6F0-16B1-3CE6-3451-5EC2A7E40174}"/>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14846D80-9AFC-1E57-BA9C-FA834EA6C66C}"/>
              </a:ext>
            </a:extLst>
          </p:cNvPr>
          <p:cNvSpPr/>
          <p:nvPr/>
        </p:nvSpPr>
        <p:spPr>
          <a:xfrm flipV="1">
            <a:off x="3939814" y="3828565"/>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9E5FE8A3-3DE2-44C7-CD77-8CA47AE466A0}"/>
              </a:ext>
            </a:extLst>
          </p:cNvPr>
          <p:cNvSpPr/>
          <p:nvPr/>
        </p:nvSpPr>
        <p:spPr>
          <a:xfrm flipV="1">
            <a:off x="3523533" y="3794194"/>
            <a:ext cx="832564" cy="83875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8C8DCE99-D829-26B7-61EC-3CDCD788CBE5}"/>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C2009820-7EF0-2DA3-92B1-1A199FFDAED8}"/>
              </a:ext>
            </a:extLst>
          </p:cNvPr>
          <p:cNvSpPr txBox="1"/>
          <p:nvPr/>
        </p:nvSpPr>
        <p:spPr>
          <a:xfrm>
            <a:off x="3523533" y="3863508"/>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1F2168EC-179E-F5BA-686B-581CA508F9AF}"/>
              </a:ext>
            </a:extLst>
          </p:cNvPr>
          <p:cNvSpPr/>
          <p:nvPr/>
        </p:nvSpPr>
        <p:spPr>
          <a:xfrm flipV="1">
            <a:off x="3918418" y="4991853"/>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4515D22D-6821-9D6C-95E4-B96AE69DECF3}"/>
              </a:ext>
            </a:extLst>
          </p:cNvPr>
          <p:cNvSpPr/>
          <p:nvPr/>
        </p:nvSpPr>
        <p:spPr>
          <a:xfrm flipV="1">
            <a:off x="3502137" y="4957482"/>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C07506BA-F615-308F-0920-CA53CCB3740B}"/>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7D15E6C-C73A-83B0-702C-465C9D3DFE0F}"/>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739072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4D912-5456-A6C8-61E6-C96A9EE89B75}"/>
              </a:ext>
            </a:extLst>
          </p:cNvPr>
          <p:cNvSpPr>
            <a:spLocks noGrp="1"/>
          </p:cNvSpPr>
          <p:nvPr>
            <p:ph type="title"/>
          </p:nvPr>
        </p:nvSpPr>
        <p:spPr/>
        <p:txBody>
          <a:bodyPr>
            <a:normAutofit/>
          </a:bodyPr>
          <a:lstStyle/>
          <a:p>
            <a:r>
              <a:rPr lang="zh-CN" altLang="en-US" dirty="0"/>
              <a:t>研究内容及技术路线</a:t>
            </a:r>
          </a:p>
        </p:txBody>
      </p:sp>
      <p:pic>
        <p:nvPicPr>
          <p:cNvPr id="7" name="图片 6">
            <a:extLst>
              <a:ext uri="{FF2B5EF4-FFF2-40B4-BE49-F238E27FC236}">
                <a16:creationId xmlns:a16="http://schemas.microsoft.com/office/drawing/2014/main" id="{ACF84D8E-3DDF-E1AF-D3D5-B95F5AEC61F1}"/>
              </a:ext>
            </a:extLst>
          </p:cNvPr>
          <p:cNvPicPr>
            <a:picLocks noChangeAspect="1"/>
          </p:cNvPicPr>
          <p:nvPr/>
        </p:nvPicPr>
        <p:blipFill>
          <a:blip r:embed="rId3"/>
          <a:stretch>
            <a:fillRect/>
          </a:stretch>
        </p:blipFill>
        <p:spPr>
          <a:xfrm>
            <a:off x="11529506" y="712066"/>
            <a:ext cx="519116" cy="247652"/>
          </a:xfrm>
          <a:prstGeom prst="rect">
            <a:avLst/>
          </a:prstGeom>
        </p:spPr>
      </p:pic>
      <p:sp>
        <p:nvSpPr>
          <p:cNvPr id="3" name="圆角矩形 7">
            <a:extLst>
              <a:ext uri="{FF2B5EF4-FFF2-40B4-BE49-F238E27FC236}">
                <a16:creationId xmlns:a16="http://schemas.microsoft.com/office/drawing/2014/main" id="{4DCE737E-592A-515B-C9DF-4E8E170A493A}"/>
              </a:ext>
            </a:extLst>
          </p:cNvPr>
          <p:cNvSpPr/>
          <p:nvPr/>
        </p:nvSpPr>
        <p:spPr>
          <a:xfrm>
            <a:off x="629720" y="1461714"/>
            <a:ext cx="5027665" cy="501342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8">
            <a:extLst>
              <a:ext uri="{FF2B5EF4-FFF2-40B4-BE49-F238E27FC236}">
                <a16:creationId xmlns:a16="http://schemas.microsoft.com/office/drawing/2014/main" id="{281D7E96-8B66-EB96-0092-5E1BAF63E86A}"/>
              </a:ext>
            </a:extLst>
          </p:cNvPr>
          <p:cNvSpPr/>
          <p:nvPr/>
        </p:nvSpPr>
        <p:spPr>
          <a:xfrm>
            <a:off x="847494" y="1129499"/>
            <a:ext cx="4586868"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双轮足机器人结构设计与运动控制研究</a:t>
            </a:r>
            <a:endParaRPr lang="en-US" altLang="zh-CN"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文本框 8">
            <a:extLst>
              <a:ext uri="{FF2B5EF4-FFF2-40B4-BE49-F238E27FC236}">
                <a16:creationId xmlns:a16="http://schemas.microsoft.com/office/drawing/2014/main" id="{E1A487DE-A74B-08E6-0104-14CFA8ABC436}"/>
              </a:ext>
            </a:extLst>
          </p:cNvPr>
          <p:cNvSpPr txBox="1"/>
          <p:nvPr/>
        </p:nvSpPr>
        <p:spPr>
          <a:xfrm>
            <a:off x="847494" y="1746483"/>
            <a:ext cx="4586867" cy="4618957"/>
          </a:xfrm>
          <a:prstGeom prst="rect">
            <a:avLst/>
          </a:prstGeom>
          <a:noFill/>
        </p:spPr>
        <p:txBody>
          <a:bodyPr wrap="square" rtlCol="0">
            <a:spAutoFit/>
          </a:bodyPr>
          <a:lstStyle/>
          <a:p>
            <a:pPr latinLnBrk="1">
              <a:lnSpc>
                <a:spcPct val="150000"/>
              </a:lnSpc>
            </a:pPr>
            <a:r>
              <a:rPr lang="zh-CN" altLang="en-US" b="1" dirty="0">
                <a:solidFill>
                  <a:srgbClr val="002060"/>
                </a:solidFill>
                <a:latin typeface="思源黑体 CN Bold" panose="020B0800000000000000" pitchFamily="34" charset="-122"/>
                <a:ea typeface="思源黑体 CN Bold" panose="020B0800000000000000" pitchFamily="34" charset="-122"/>
              </a:rPr>
              <a:t>机械系统设计与验证</a:t>
            </a:r>
            <a:r>
              <a:rPr lang="zh-CN" altLang="en-US" dirty="0">
                <a:latin typeface="Times New Roman" panose="02020603050405020304" pitchFamily="18" charset="0"/>
                <a:ea typeface="等线" panose="02010600030101010101" pitchFamily="2" charset="-122"/>
              </a:rPr>
              <a:t>：针对双轮足机器人，完成基于混合式腿部构型的整体机械设计，并通过运动学仿真与强度校核确保结构的可行性。</a:t>
            </a:r>
          </a:p>
          <a:p>
            <a:pPr latinLnBrk="1">
              <a:lnSpc>
                <a:spcPct val="150000"/>
              </a:lnSpc>
            </a:pPr>
            <a:r>
              <a:rPr lang="zh-CN" altLang="en-US" b="1" dirty="0">
                <a:solidFill>
                  <a:srgbClr val="002060"/>
                </a:solidFill>
                <a:latin typeface="思源黑体 CN Bold" panose="020B0800000000000000" pitchFamily="34" charset="-122"/>
                <a:ea typeface="思源黑体 CN Bold" panose="020B0800000000000000" pitchFamily="34" charset="-122"/>
              </a:rPr>
              <a:t>轻量级控制器设计</a:t>
            </a:r>
            <a:r>
              <a:rPr lang="zh-CN" altLang="en-US" dirty="0">
                <a:latin typeface="Times New Roman" panose="02020603050405020304" pitchFamily="18" charset="0"/>
                <a:ea typeface="等线" panose="02010600030101010101" pitchFamily="2" charset="-122"/>
              </a:rPr>
              <a:t>：提出混合控制策略，核心在于结合</a:t>
            </a:r>
            <a:r>
              <a:rPr lang="en-US" altLang="zh-CN" dirty="0">
                <a:latin typeface="Times New Roman" panose="02020603050405020304" pitchFamily="18" charset="0"/>
                <a:ea typeface="等线" panose="02010600030101010101" pitchFamily="2" charset="-122"/>
              </a:rPr>
              <a:t>LQR</a:t>
            </a:r>
            <a:r>
              <a:rPr lang="zh-CN" altLang="en-US" dirty="0">
                <a:latin typeface="Times New Roman" panose="02020603050405020304" pitchFamily="18" charset="0"/>
                <a:ea typeface="等线" panose="02010600030101010101" pitchFamily="2" charset="-122"/>
              </a:rPr>
              <a:t>与</a:t>
            </a:r>
            <a:r>
              <a:rPr lang="en-US" altLang="zh-CN" dirty="0">
                <a:latin typeface="Times New Roman" panose="02020603050405020304" pitchFamily="18" charset="0"/>
                <a:ea typeface="等线" panose="02010600030101010101" pitchFamily="2" charset="-122"/>
              </a:rPr>
              <a:t>VMC</a:t>
            </a:r>
            <a:r>
              <a:rPr lang="zh-CN" altLang="en-US" dirty="0">
                <a:latin typeface="Times New Roman" panose="02020603050405020304" pitchFamily="18" charset="0"/>
                <a:ea typeface="等线" panose="02010600030101010101" pitchFamily="2" charset="-122"/>
              </a:rPr>
              <a:t>的直观鲁棒性，并引入轻量级</a:t>
            </a:r>
            <a:r>
              <a:rPr lang="en-US" altLang="zh-CN" dirty="0">
                <a:latin typeface="Times New Roman" panose="02020603050405020304" pitchFamily="18" charset="0"/>
                <a:ea typeface="等线" panose="02010600030101010101" pitchFamily="2" charset="-122"/>
              </a:rPr>
              <a:t>QP</a:t>
            </a:r>
            <a:r>
              <a:rPr lang="zh-CN" altLang="en-US" dirty="0">
                <a:latin typeface="Times New Roman" panose="02020603050405020304" pitchFamily="18" charset="0"/>
                <a:ea typeface="等线" panose="02010600030101010101" pitchFamily="2" charset="-122"/>
              </a:rPr>
              <a:t>优化进行实时决策，在保证性能的同时显著降低了计算负担。</a:t>
            </a:r>
          </a:p>
          <a:p>
            <a:pPr latinLnBrk="1">
              <a:lnSpc>
                <a:spcPct val="150000"/>
              </a:lnSpc>
            </a:pPr>
            <a:r>
              <a:rPr lang="zh-CN" altLang="en-US" b="1" dirty="0">
                <a:solidFill>
                  <a:srgbClr val="002060"/>
                </a:solidFill>
                <a:latin typeface="思源黑体 CN Bold" panose="020B0800000000000000" pitchFamily="34" charset="-122"/>
                <a:ea typeface="思源黑体 CN Bold" panose="020B0800000000000000" pitchFamily="34" charset="-122"/>
              </a:rPr>
              <a:t>全流程验证</a:t>
            </a:r>
            <a:r>
              <a:rPr lang="zh-CN" altLang="en-US" dirty="0">
                <a:latin typeface="Times New Roman" panose="02020603050405020304" pitchFamily="18" charset="0"/>
                <a:ea typeface="等线" panose="02010600030101010101" pitchFamily="2" charset="-122"/>
              </a:rPr>
              <a:t>：通过从仿真到实机的完整部署与测试，全面验证所提机械设计与控制方案的有效性与可靠性。</a:t>
            </a:r>
          </a:p>
        </p:txBody>
      </p:sp>
      <p:pic>
        <p:nvPicPr>
          <p:cNvPr id="13" name="图片 12">
            <a:extLst>
              <a:ext uri="{FF2B5EF4-FFF2-40B4-BE49-F238E27FC236}">
                <a16:creationId xmlns:a16="http://schemas.microsoft.com/office/drawing/2014/main" id="{1F893095-E75A-35CC-DDE5-A3A883CC9A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1461714"/>
            <a:ext cx="5826187" cy="5069112"/>
          </a:xfrm>
          <a:prstGeom prst="rect">
            <a:avLst/>
          </a:prstGeom>
        </p:spPr>
      </p:pic>
    </p:spTree>
    <p:extLst>
      <p:ext uri="{BB962C8B-B14F-4D97-AF65-F5344CB8AC3E}">
        <p14:creationId xmlns:p14="http://schemas.microsoft.com/office/powerpoint/2010/main" val="129240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46472-3479-5AA9-AFC1-655F24848C2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513B4E71-4FF2-B30A-6E35-CE10929253A9}"/>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AFA38E8D-2743-732D-3865-490F4E9B79D6}"/>
              </a:ext>
            </a:extLst>
          </p:cNvPr>
          <p:cNvSpPr/>
          <p:nvPr/>
        </p:nvSpPr>
        <p:spPr>
          <a:xfrm flipV="1">
            <a:off x="3916871" y="156868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010BCC3D-EB91-CAAE-C13B-60E476E550F5}"/>
              </a:ext>
            </a:extLst>
          </p:cNvPr>
          <p:cNvSpPr/>
          <p:nvPr/>
        </p:nvSpPr>
        <p:spPr>
          <a:xfrm flipV="1">
            <a:off x="3497494" y="1534310"/>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40060878-A497-5F11-2D42-E23D2A3785D3}"/>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46" name="文本框 45">
            <a:extLst>
              <a:ext uri="{FF2B5EF4-FFF2-40B4-BE49-F238E27FC236}">
                <a16:creationId xmlns:a16="http://schemas.microsoft.com/office/drawing/2014/main" id="{94820436-20A8-A224-A074-67B128EAEE95}"/>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72FB8390-3873-AA94-78D2-233070E3AEBA}"/>
              </a:ext>
            </a:extLst>
          </p:cNvPr>
          <p:cNvSpPr/>
          <p:nvPr/>
        </p:nvSpPr>
        <p:spPr>
          <a:xfrm flipV="1">
            <a:off x="3499041" y="2639165"/>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E5B32A0B-C72B-4378-4D9C-311999E8DAFF}"/>
              </a:ext>
            </a:extLst>
          </p:cNvPr>
          <p:cNvSpPr/>
          <p:nvPr/>
        </p:nvSpPr>
        <p:spPr>
          <a:xfrm flipV="1">
            <a:off x="3916871" y="2673537"/>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EBE75D42-9DF8-E3BD-C910-25AEF38758E8}"/>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a:t>
            </a: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工作</a:t>
            </a: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进展</a:t>
            </a:r>
          </a:p>
        </p:txBody>
      </p:sp>
      <p:sp>
        <p:nvSpPr>
          <p:cNvPr id="50" name="文本框 49">
            <a:extLst>
              <a:ext uri="{FF2B5EF4-FFF2-40B4-BE49-F238E27FC236}">
                <a16:creationId xmlns:a16="http://schemas.microsoft.com/office/drawing/2014/main" id="{F34CBC55-F393-CBE7-08B5-021504D3BC44}"/>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0E554014-33F4-776E-6E77-3E09C5BABB23}"/>
              </a:ext>
            </a:extLst>
          </p:cNvPr>
          <p:cNvSpPr/>
          <p:nvPr/>
        </p:nvSpPr>
        <p:spPr>
          <a:xfrm flipV="1">
            <a:off x="3939814" y="3828565"/>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E3A1733B-9EDF-1ABC-B729-200C90440586}"/>
              </a:ext>
            </a:extLst>
          </p:cNvPr>
          <p:cNvSpPr/>
          <p:nvPr/>
        </p:nvSpPr>
        <p:spPr>
          <a:xfrm flipV="1">
            <a:off x="3523533" y="3794194"/>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D2444B73-CA03-DDC3-81CF-0215D2016AFB}"/>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36E2AA32-5DB4-5CA1-9732-515034B11F82}"/>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354EECCA-8518-6B38-C641-047A5FA8041B}"/>
              </a:ext>
            </a:extLst>
          </p:cNvPr>
          <p:cNvSpPr/>
          <p:nvPr/>
        </p:nvSpPr>
        <p:spPr>
          <a:xfrm flipV="1">
            <a:off x="3918418" y="4991853"/>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A8810059-A70C-02C6-E5A8-EA008E4CFA71}"/>
              </a:ext>
            </a:extLst>
          </p:cNvPr>
          <p:cNvSpPr/>
          <p:nvPr/>
        </p:nvSpPr>
        <p:spPr>
          <a:xfrm flipV="1">
            <a:off x="3502137" y="4957482"/>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FA959EA4-994B-EC65-9E02-C7330DA4B9D9}"/>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0FF32B09-B4B6-6BFE-13C1-5A52972E7D02}"/>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73702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ED049-4FA7-B191-2FEF-31307219DB93}"/>
              </a:ext>
            </a:extLst>
          </p:cNvPr>
          <p:cNvSpPr>
            <a:spLocks noGrp="1"/>
          </p:cNvSpPr>
          <p:nvPr>
            <p:ph type="title"/>
          </p:nvPr>
        </p:nvSpPr>
        <p:spPr>
          <a:xfrm>
            <a:off x="-5254" y="271086"/>
            <a:ext cx="12192000" cy="564806"/>
          </a:xfrm>
        </p:spPr>
        <p:txBody>
          <a:bodyPr>
            <a:normAutofit/>
          </a:body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3400" b="1" i="0" u="none" strike="noStrike" kern="1200" cap="none" spc="0" normalizeH="0" baseline="0" noProof="0" dirty="0">
                <a:ln>
                  <a:noFill/>
                </a:ln>
                <a:solidFill>
                  <a:srgbClr val="002060"/>
                </a:solidFill>
                <a:effectLst/>
                <a:uLnTx/>
                <a:uFillTx/>
                <a:latin typeface="思源黑体 CN Bold" panose="020B0800000000000000" pitchFamily="34" charset="-122"/>
                <a:ea typeface="思源黑体 CN Bold" panose="020B0800000000000000" pitchFamily="34" charset="-122"/>
                <a:cs typeface="+mn-cs"/>
              </a:rPr>
              <a:t>研究工作进展</a:t>
            </a:r>
            <a:endParaRPr kumimoji="1" lang="zh-CN" altLang="en-US" sz="36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a:extLst>
              <a:ext uri="{FF2B5EF4-FFF2-40B4-BE49-F238E27FC236}">
                <a16:creationId xmlns:a16="http://schemas.microsoft.com/office/drawing/2014/main" id="{7C9DC89D-B486-3153-7663-50FAFB848E90}"/>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791895C6-D7BC-889D-AFF2-97C6476B4219}"/>
              </a:ext>
            </a:extLst>
          </p:cNvPr>
          <p:cNvSpPr/>
          <p:nvPr/>
        </p:nvSpPr>
        <p:spPr>
          <a:xfrm>
            <a:off x="520858" y="120320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D4C3FA35-38E1-FA7D-E5AC-854F4039C2E8}"/>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1324236A-15CD-91AE-D08E-EC1FA3E04374}"/>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19D283B8-FE71-6389-77DE-0A5667D5C15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sp>
        <p:nvSpPr>
          <p:cNvPr id="18" name="矩形 17">
            <a:extLst>
              <a:ext uri="{FF2B5EF4-FFF2-40B4-BE49-F238E27FC236}">
                <a16:creationId xmlns:a16="http://schemas.microsoft.com/office/drawing/2014/main" id="{6ED52874-749D-FCD3-403E-3352E3790A49}"/>
              </a:ext>
            </a:extLst>
          </p:cNvPr>
          <p:cNvSpPr/>
          <p:nvPr/>
        </p:nvSpPr>
        <p:spPr>
          <a:xfrm>
            <a:off x="270176" y="2515355"/>
            <a:ext cx="3439183" cy="261223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9" name="矩形 18">
            <a:extLst>
              <a:ext uri="{FF2B5EF4-FFF2-40B4-BE49-F238E27FC236}">
                <a16:creationId xmlns:a16="http://schemas.microsoft.com/office/drawing/2014/main" id="{49263E40-B7E3-6498-73ED-15DBC9994F5A}"/>
              </a:ext>
            </a:extLst>
          </p:cNvPr>
          <p:cNvSpPr/>
          <p:nvPr/>
        </p:nvSpPr>
        <p:spPr>
          <a:xfrm>
            <a:off x="270176" y="2515355"/>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机械结构</a:t>
            </a:r>
          </a:p>
        </p:txBody>
      </p:sp>
      <p:sp>
        <p:nvSpPr>
          <p:cNvPr id="34" name="文本框 33">
            <a:extLst>
              <a:ext uri="{FF2B5EF4-FFF2-40B4-BE49-F238E27FC236}">
                <a16:creationId xmlns:a16="http://schemas.microsoft.com/office/drawing/2014/main" id="{2D0609C8-324D-960E-1FE1-B22989A69C83}"/>
              </a:ext>
            </a:extLst>
          </p:cNvPr>
          <p:cNvSpPr txBox="1"/>
          <p:nvPr/>
        </p:nvSpPr>
        <p:spPr>
          <a:xfrm>
            <a:off x="352177" y="3259191"/>
            <a:ext cx="3275179" cy="1712135"/>
          </a:xfrm>
          <a:prstGeom prst="rect">
            <a:avLst/>
          </a:prstGeom>
          <a:noFill/>
        </p:spPr>
        <p:txBody>
          <a:bodyPr wrap="square">
            <a:spAutoFit/>
          </a:bodyPr>
          <a:lstStyle/>
          <a:p>
            <a:pPr>
              <a:lnSpc>
                <a:spcPct val="150000"/>
              </a:lnSpc>
            </a:pPr>
            <a:r>
              <a:rPr lang="zh-CN" altLang="en-US" dirty="0"/>
              <a:t>系统完成三维机械结构的参数化建模与装配仿真，</a:t>
            </a:r>
            <a:r>
              <a:rPr lang="zh-CN" altLang="en-US" sz="1800" kern="100" dirty="0">
                <a:effectLst/>
                <a:latin typeface="+mn-ea"/>
                <a:cs typeface="Times New Roman" panose="02020603050405020304" pitchFamily="18" charset="0"/>
              </a:rPr>
              <a:t>完成了三维机械机构</a:t>
            </a:r>
            <a:r>
              <a:rPr lang="zh-CN" altLang="en-US" kern="100" dirty="0">
                <a:latin typeface="+mn-ea"/>
                <a:cs typeface="Times New Roman" panose="02020603050405020304" pitchFamily="18" charset="0"/>
              </a:rPr>
              <a:t>加工</a:t>
            </a:r>
            <a:r>
              <a:rPr lang="zh-CN" altLang="en-US" sz="1800" kern="100" dirty="0">
                <a:effectLst/>
                <a:latin typeface="+mn-ea"/>
                <a:cs typeface="Times New Roman" panose="02020603050405020304" pitchFamily="18" charset="0"/>
              </a:rPr>
              <a:t>与实机组装，</a:t>
            </a:r>
            <a:r>
              <a:rPr lang="zh-CN" altLang="en-US" dirty="0"/>
              <a:t>充分</a:t>
            </a:r>
            <a:r>
              <a:rPr lang="zh-CN" altLang="en-US" sz="1800" kern="100" dirty="0">
                <a:effectLst/>
                <a:latin typeface="+mn-ea"/>
                <a:cs typeface="Times New Roman" panose="02020603050405020304" pitchFamily="18" charset="0"/>
              </a:rPr>
              <a:t>验证了连杆传动的可行性</a:t>
            </a:r>
            <a:endParaRPr lang="zh-CN" altLang="en-US" dirty="0">
              <a:latin typeface="+mn-ea"/>
            </a:endParaRPr>
          </a:p>
        </p:txBody>
      </p:sp>
      <p:pic>
        <p:nvPicPr>
          <p:cNvPr id="3" name="图片 2">
            <a:extLst>
              <a:ext uri="{FF2B5EF4-FFF2-40B4-BE49-F238E27FC236}">
                <a16:creationId xmlns:a16="http://schemas.microsoft.com/office/drawing/2014/main" id="{EF35AD6F-0533-8F9B-4743-CC5D03BBE725}"/>
              </a:ext>
            </a:extLst>
          </p:cNvPr>
          <p:cNvPicPr>
            <a:picLocks noChangeAspect="1"/>
          </p:cNvPicPr>
          <p:nvPr/>
        </p:nvPicPr>
        <p:blipFill>
          <a:blip r:embed="rId3"/>
          <a:stretch>
            <a:fillRect/>
          </a:stretch>
        </p:blipFill>
        <p:spPr>
          <a:xfrm>
            <a:off x="11534949" y="712066"/>
            <a:ext cx="519116" cy="247652"/>
          </a:xfrm>
          <a:prstGeom prst="rect">
            <a:avLst/>
          </a:prstGeom>
        </p:spPr>
      </p:pic>
      <p:sp>
        <p:nvSpPr>
          <p:cNvPr id="4" name="文本框 3">
            <a:extLst>
              <a:ext uri="{FF2B5EF4-FFF2-40B4-BE49-F238E27FC236}">
                <a16:creationId xmlns:a16="http://schemas.microsoft.com/office/drawing/2014/main" id="{4DC4E022-F6A5-C84E-11B0-A079563063EE}"/>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5" name="椭圆 4">
            <a:extLst>
              <a:ext uri="{FF2B5EF4-FFF2-40B4-BE49-F238E27FC236}">
                <a16:creationId xmlns:a16="http://schemas.microsoft.com/office/drawing/2014/main" id="{E06C511F-8313-BA4E-6AC9-5191359B63DA}"/>
              </a:ext>
            </a:extLst>
          </p:cNvPr>
          <p:cNvSpPr/>
          <p:nvPr/>
        </p:nvSpPr>
        <p:spPr>
          <a:xfrm>
            <a:off x="8384850"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9" name="图片 8">
            <a:extLst>
              <a:ext uri="{FF2B5EF4-FFF2-40B4-BE49-F238E27FC236}">
                <a16:creationId xmlns:a16="http://schemas.microsoft.com/office/drawing/2014/main" id="{902E92CF-CBC5-1FC8-20E6-A6EAC35EB6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861016">
            <a:off x="8437917" y="1910630"/>
            <a:ext cx="3490671" cy="3428572"/>
          </a:xfrm>
          <a:prstGeom prst="rect">
            <a:avLst/>
          </a:prstGeom>
        </p:spPr>
      </p:pic>
      <p:pic>
        <p:nvPicPr>
          <p:cNvPr id="11" name="图片 10" descr="图片包含 照片, 男人, 空气, 干&#10;&#10;AI 生成的内容可能不正确。">
            <a:extLst>
              <a:ext uri="{FF2B5EF4-FFF2-40B4-BE49-F238E27FC236}">
                <a16:creationId xmlns:a16="http://schemas.microsoft.com/office/drawing/2014/main" id="{47BE2EB7-90D5-4FDA-578E-3C9F6398423F}"/>
              </a:ext>
            </a:extLst>
          </p:cNvPr>
          <p:cNvPicPr>
            <a:picLocks noChangeAspect="1"/>
          </p:cNvPicPr>
          <p:nvPr/>
        </p:nvPicPr>
        <p:blipFill>
          <a:blip r:embed="rId5"/>
          <a:stretch>
            <a:fillRect/>
          </a:stretch>
        </p:blipFill>
        <p:spPr>
          <a:xfrm>
            <a:off x="4115149" y="1943464"/>
            <a:ext cx="3951193" cy="3846822"/>
          </a:xfrm>
          <a:prstGeom prst="rect">
            <a:avLst/>
          </a:prstGeom>
        </p:spPr>
      </p:pic>
    </p:spTree>
    <p:extLst>
      <p:ext uri="{BB962C8B-B14F-4D97-AF65-F5344CB8AC3E}">
        <p14:creationId xmlns:p14="http://schemas.microsoft.com/office/powerpoint/2010/main" val="2212017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E4BC2-59B4-6C44-4CBD-2A06E9095003}"/>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4724E863-E54D-256A-CB81-36FB5E26BFDF}"/>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E583FE6C-572F-0ACE-1656-C894F01572B4}"/>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568735CB-5F28-F9C0-962D-0BDC504C2CCB}"/>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EBD5DE16-FEA6-F562-246D-91DE0898FD8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双轮足机器人系统建模</a:t>
            </a:r>
          </a:p>
        </p:txBody>
      </p:sp>
      <p:sp>
        <p:nvSpPr>
          <p:cNvPr id="3" name="椭圆 2">
            <a:extLst>
              <a:ext uri="{FF2B5EF4-FFF2-40B4-BE49-F238E27FC236}">
                <a16:creationId xmlns:a16="http://schemas.microsoft.com/office/drawing/2014/main" id="{40CBCB36-F682-FA39-E080-83BA4E0DFCB3}"/>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9" name="圆角矩形 7">
            <a:extLst>
              <a:ext uri="{FF2B5EF4-FFF2-40B4-BE49-F238E27FC236}">
                <a16:creationId xmlns:a16="http://schemas.microsoft.com/office/drawing/2014/main" id="{C18749D4-B426-7AB9-37AA-CE0FB368C176}"/>
              </a:ext>
            </a:extLst>
          </p:cNvPr>
          <p:cNvSpPr/>
          <p:nvPr/>
        </p:nvSpPr>
        <p:spPr>
          <a:xfrm>
            <a:off x="335334" y="2118167"/>
            <a:ext cx="5704583" cy="383734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EF2375F3-F0F2-C5C8-9651-45972B0D3C1A}"/>
              </a:ext>
            </a:extLst>
          </p:cNvPr>
          <p:cNvSpPr/>
          <p:nvPr/>
        </p:nvSpPr>
        <p:spPr>
          <a:xfrm>
            <a:off x="1875498" y="1940886"/>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系统简化图</a:t>
            </a:r>
          </a:p>
        </p:txBody>
      </p:sp>
      <p:pic>
        <p:nvPicPr>
          <p:cNvPr id="4" name="图片 3">
            <a:extLst>
              <a:ext uri="{FF2B5EF4-FFF2-40B4-BE49-F238E27FC236}">
                <a16:creationId xmlns:a16="http://schemas.microsoft.com/office/drawing/2014/main" id="{F7D677E8-7AB0-59ED-3156-2C0B282A972A}"/>
              </a:ext>
            </a:extLst>
          </p:cNvPr>
          <p:cNvPicPr>
            <a:picLocks noChangeAspect="1"/>
          </p:cNvPicPr>
          <p:nvPr/>
        </p:nvPicPr>
        <p:blipFill>
          <a:blip r:embed="rId3"/>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A0D098B3-831E-06FC-FF92-5CCA049D67AF}"/>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6" name="椭圆 5">
            <a:extLst>
              <a:ext uri="{FF2B5EF4-FFF2-40B4-BE49-F238E27FC236}">
                <a16:creationId xmlns:a16="http://schemas.microsoft.com/office/drawing/2014/main" id="{F1E18504-4717-5BEB-DCF1-199718FFFA14}"/>
              </a:ext>
            </a:extLst>
          </p:cNvPr>
          <p:cNvSpPr/>
          <p:nvPr/>
        </p:nvSpPr>
        <p:spPr>
          <a:xfrm>
            <a:off x="8384850" y="12158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18" name="图片 17">
            <a:extLst>
              <a:ext uri="{FF2B5EF4-FFF2-40B4-BE49-F238E27FC236}">
                <a16:creationId xmlns:a16="http://schemas.microsoft.com/office/drawing/2014/main" id="{85FF3B02-733C-9799-FA4A-D0615119C01C}"/>
              </a:ext>
            </a:extLst>
          </p:cNvPr>
          <p:cNvPicPr>
            <a:picLocks noChangeAspect="1"/>
          </p:cNvPicPr>
          <p:nvPr/>
        </p:nvPicPr>
        <p:blipFill>
          <a:blip r:embed="rId4"/>
          <a:srcRect t="3046"/>
          <a:stretch>
            <a:fillRect/>
          </a:stretch>
        </p:blipFill>
        <p:spPr>
          <a:xfrm>
            <a:off x="468676" y="2475740"/>
            <a:ext cx="5437898" cy="3274573"/>
          </a:xfrm>
          <a:prstGeom prst="rect">
            <a:avLst/>
          </a:prstGeom>
        </p:spPr>
      </p:pic>
      <p:sp>
        <p:nvSpPr>
          <p:cNvPr id="20" name="圆角矩形 7">
            <a:extLst>
              <a:ext uri="{FF2B5EF4-FFF2-40B4-BE49-F238E27FC236}">
                <a16:creationId xmlns:a16="http://schemas.microsoft.com/office/drawing/2014/main" id="{A157118D-0067-86AA-4711-054371C14A19}"/>
              </a:ext>
            </a:extLst>
          </p:cNvPr>
          <p:cNvSpPr/>
          <p:nvPr/>
        </p:nvSpPr>
        <p:spPr>
          <a:xfrm>
            <a:off x="7286774" y="1605537"/>
            <a:ext cx="4356271" cy="229867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7">
            <a:extLst>
              <a:ext uri="{FF2B5EF4-FFF2-40B4-BE49-F238E27FC236}">
                <a16:creationId xmlns:a16="http://schemas.microsoft.com/office/drawing/2014/main" id="{67F2AF0A-1592-20E8-3958-2DE6D26BA74C}"/>
              </a:ext>
            </a:extLst>
          </p:cNvPr>
          <p:cNvSpPr/>
          <p:nvPr/>
        </p:nvSpPr>
        <p:spPr>
          <a:xfrm>
            <a:off x="7286773" y="4288235"/>
            <a:ext cx="4356271" cy="229867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387C3A43-FAD0-C98D-694F-0D7559BFD6A0}"/>
              </a:ext>
            </a:extLst>
          </p:cNvPr>
          <p:cNvSpPr/>
          <p:nvPr/>
        </p:nvSpPr>
        <p:spPr>
          <a:xfrm rot="18368699">
            <a:off x="5727373" y="3273389"/>
            <a:ext cx="1849042" cy="20943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AE997AB0-49D5-F6F3-B8CE-C1A6139343C3}"/>
              </a:ext>
            </a:extLst>
          </p:cNvPr>
          <p:cNvSpPr/>
          <p:nvPr/>
        </p:nvSpPr>
        <p:spPr>
          <a:xfrm rot="3057846">
            <a:off x="5745559" y="4671131"/>
            <a:ext cx="1812670" cy="210004"/>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8">
            <a:extLst>
              <a:ext uri="{FF2B5EF4-FFF2-40B4-BE49-F238E27FC236}">
                <a16:creationId xmlns:a16="http://schemas.microsoft.com/office/drawing/2014/main" id="{142F3E8C-64D1-837F-06FD-6E15BB170C87}"/>
              </a:ext>
            </a:extLst>
          </p:cNvPr>
          <p:cNvSpPr/>
          <p:nvPr/>
        </p:nvSpPr>
        <p:spPr>
          <a:xfrm>
            <a:off x="8556132" y="1474678"/>
            <a:ext cx="1925745" cy="416688"/>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运动学</a:t>
            </a:r>
          </a:p>
        </p:txBody>
      </p:sp>
      <p:sp>
        <p:nvSpPr>
          <p:cNvPr id="25" name="圆角矩形 8">
            <a:extLst>
              <a:ext uri="{FF2B5EF4-FFF2-40B4-BE49-F238E27FC236}">
                <a16:creationId xmlns:a16="http://schemas.microsoft.com/office/drawing/2014/main" id="{56DA3C2F-A02D-C975-C9D3-58CCBFBC6292}"/>
              </a:ext>
            </a:extLst>
          </p:cNvPr>
          <p:cNvSpPr/>
          <p:nvPr/>
        </p:nvSpPr>
        <p:spPr>
          <a:xfrm>
            <a:off x="8592285" y="4144719"/>
            <a:ext cx="1925745" cy="416688"/>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动力学</a:t>
            </a:r>
          </a:p>
        </p:txBody>
      </p:sp>
      <p:pic>
        <p:nvPicPr>
          <p:cNvPr id="27" name="图片 26" descr="图片包含 图表&#10;&#10;AI 生成的内容可能不正确。">
            <a:extLst>
              <a:ext uri="{FF2B5EF4-FFF2-40B4-BE49-F238E27FC236}">
                <a16:creationId xmlns:a16="http://schemas.microsoft.com/office/drawing/2014/main" id="{170717D3-51B2-BF04-76F8-1E0C52CDD4F1}"/>
              </a:ext>
            </a:extLst>
          </p:cNvPr>
          <p:cNvPicPr>
            <a:picLocks noChangeAspect="1"/>
          </p:cNvPicPr>
          <p:nvPr/>
        </p:nvPicPr>
        <p:blipFill>
          <a:blip r:embed="rId5"/>
          <a:stretch>
            <a:fillRect/>
          </a:stretch>
        </p:blipFill>
        <p:spPr>
          <a:xfrm>
            <a:off x="8592285" y="1977587"/>
            <a:ext cx="1626159" cy="470122"/>
          </a:xfrm>
          <a:prstGeom prst="rect">
            <a:avLst/>
          </a:prstGeom>
        </p:spPr>
      </p:pic>
      <p:pic>
        <p:nvPicPr>
          <p:cNvPr id="29" name="图片 28" descr="图表&#10;&#10;AI 生成的内容可能不正确。">
            <a:extLst>
              <a:ext uri="{FF2B5EF4-FFF2-40B4-BE49-F238E27FC236}">
                <a16:creationId xmlns:a16="http://schemas.microsoft.com/office/drawing/2014/main" id="{71770ADB-5283-D5EA-06DD-E766A3534614}"/>
              </a:ext>
            </a:extLst>
          </p:cNvPr>
          <p:cNvPicPr>
            <a:picLocks noChangeAspect="1"/>
          </p:cNvPicPr>
          <p:nvPr/>
        </p:nvPicPr>
        <p:blipFill>
          <a:blip r:embed="rId6"/>
          <a:stretch>
            <a:fillRect/>
          </a:stretch>
        </p:blipFill>
        <p:spPr>
          <a:xfrm>
            <a:off x="8313702" y="2503213"/>
            <a:ext cx="2337135" cy="455480"/>
          </a:xfrm>
          <a:prstGeom prst="rect">
            <a:avLst/>
          </a:prstGeom>
        </p:spPr>
      </p:pic>
      <p:pic>
        <p:nvPicPr>
          <p:cNvPr id="31" name="图片 30">
            <a:extLst>
              <a:ext uri="{FF2B5EF4-FFF2-40B4-BE49-F238E27FC236}">
                <a16:creationId xmlns:a16="http://schemas.microsoft.com/office/drawing/2014/main" id="{299A7740-5EB2-56EF-4647-6A5387E6B468}"/>
              </a:ext>
            </a:extLst>
          </p:cNvPr>
          <p:cNvPicPr>
            <a:picLocks noChangeAspect="1"/>
          </p:cNvPicPr>
          <p:nvPr/>
        </p:nvPicPr>
        <p:blipFill>
          <a:blip r:embed="rId7"/>
          <a:stretch>
            <a:fillRect/>
          </a:stretch>
        </p:blipFill>
        <p:spPr>
          <a:xfrm>
            <a:off x="8483235" y="3060481"/>
            <a:ext cx="2071540" cy="277232"/>
          </a:xfrm>
          <a:prstGeom prst="rect">
            <a:avLst/>
          </a:prstGeom>
        </p:spPr>
      </p:pic>
      <p:sp>
        <p:nvSpPr>
          <p:cNvPr id="32" name="文本框 31">
            <a:extLst>
              <a:ext uri="{FF2B5EF4-FFF2-40B4-BE49-F238E27FC236}">
                <a16:creationId xmlns:a16="http://schemas.microsoft.com/office/drawing/2014/main" id="{C8C87D47-46CA-E9D0-2A33-EF7A183DBFC5}"/>
              </a:ext>
            </a:extLst>
          </p:cNvPr>
          <p:cNvSpPr txBox="1"/>
          <p:nvPr/>
        </p:nvSpPr>
        <p:spPr>
          <a:xfrm>
            <a:off x="9143907" y="3148483"/>
            <a:ext cx="750196" cy="707886"/>
          </a:xfrm>
          <a:prstGeom prst="rect">
            <a:avLst/>
          </a:prstGeom>
          <a:noFill/>
        </p:spPr>
        <p:txBody>
          <a:bodyPr wrap="square" rtlCol="0">
            <a:spAutoFit/>
          </a:bodyPr>
          <a:lstStyle/>
          <a:p>
            <a:pPr algn="ctr"/>
            <a:r>
              <a:rPr lang="en-US" altLang="zh-CN" sz="4000" dirty="0"/>
              <a:t>…</a:t>
            </a:r>
            <a:endParaRPr lang="zh-CN" altLang="en-US" sz="4000" dirty="0"/>
          </a:p>
        </p:txBody>
      </p:sp>
      <p:pic>
        <p:nvPicPr>
          <p:cNvPr id="34" name="图片 33">
            <a:extLst>
              <a:ext uri="{FF2B5EF4-FFF2-40B4-BE49-F238E27FC236}">
                <a16:creationId xmlns:a16="http://schemas.microsoft.com/office/drawing/2014/main" id="{114E1DF3-941D-8880-9728-D98C4B9E1DB2}"/>
              </a:ext>
            </a:extLst>
          </p:cNvPr>
          <p:cNvPicPr>
            <a:picLocks noChangeAspect="1"/>
          </p:cNvPicPr>
          <p:nvPr/>
        </p:nvPicPr>
        <p:blipFill>
          <a:blip r:embed="rId8"/>
          <a:stretch>
            <a:fillRect/>
          </a:stretch>
        </p:blipFill>
        <p:spPr>
          <a:xfrm>
            <a:off x="8641853" y="4638593"/>
            <a:ext cx="1912922" cy="326597"/>
          </a:xfrm>
          <a:prstGeom prst="rect">
            <a:avLst/>
          </a:prstGeom>
        </p:spPr>
      </p:pic>
      <p:pic>
        <p:nvPicPr>
          <p:cNvPr id="36" name="图片 35">
            <a:extLst>
              <a:ext uri="{FF2B5EF4-FFF2-40B4-BE49-F238E27FC236}">
                <a16:creationId xmlns:a16="http://schemas.microsoft.com/office/drawing/2014/main" id="{67A21B2A-958C-ABF7-FF91-DA6123D49CA5}"/>
              </a:ext>
            </a:extLst>
          </p:cNvPr>
          <p:cNvPicPr>
            <a:picLocks noChangeAspect="1"/>
          </p:cNvPicPr>
          <p:nvPr/>
        </p:nvPicPr>
        <p:blipFill>
          <a:blip r:embed="rId9"/>
          <a:stretch>
            <a:fillRect/>
          </a:stretch>
        </p:blipFill>
        <p:spPr>
          <a:xfrm>
            <a:off x="8705139" y="5066978"/>
            <a:ext cx="1892586" cy="326597"/>
          </a:xfrm>
          <a:prstGeom prst="rect">
            <a:avLst/>
          </a:prstGeom>
        </p:spPr>
      </p:pic>
      <p:pic>
        <p:nvPicPr>
          <p:cNvPr id="38" name="图片 37">
            <a:extLst>
              <a:ext uri="{FF2B5EF4-FFF2-40B4-BE49-F238E27FC236}">
                <a16:creationId xmlns:a16="http://schemas.microsoft.com/office/drawing/2014/main" id="{397A51B4-91BC-0CFD-85FD-76BA03E9E955}"/>
              </a:ext>
            </a:extLst>
          </p:cNvPr>
          <p:cNvPicPr>
            <a:picLocks noChangeAspect="1"/>
          </p:cNvPicPr>
          <p:nvPr/>
        </p:nvPicPr>
        <p:blipFill>
          <a:blip r:embed="rId10"/>
          <a:stretch>
            <a:fillRect/>
          </a:stretch>
        </p:blipFill>
        <p:spPr>
          <a:xfrm>
            <a:off x="8186080" y="5511929"/>
            <a:ext cx="2765185" cy="326597"/>
          </a:xfrm>
          <a:prstGeom prst="rect">
            <a:avLst/>
          </a:prstGeom>
        </p:spPr>
      </p:pic>
      <p:pic>
        <p:nvPicPr>
          <p:cNvPr id="40" name="图片 39">
            <a:extLst>
              <a:ext uri="{FF2B5EF4-FFF2-40B4-BE49-F238E27FC236}">
                <a16:creationId xmlns:a16="http://schemas.microsoft.com/office/drawing/2014/main" id="{3E61782B-C9D5-C757-7110-CCBA92F2BC95}"/>
              </a:ext>
            </a:extLst>
          </p:cNvPr>
          <p:cNvPicPr>
            <a:picLocks noChangeAspect="1"/>
          </p:cNvPicPr>
          <p:nvPr/>
        </p:nvPicPr>
        <p:blipFill>
          <a:blip r:embed="rId11"/>
          <a:stretch>
            <a:fillRect/>
          </a:stretch>
        </p:blipFill>
        <p:spPr>
          <a:xfrm>
            <a:off x="8748089" y="5953250"/>
            <a:ext cx="1849636" cy="269295"/>
          </a:xfrm>
          <a:prstGeom prst="rect">
            <a:avLst/>
          </a:prstGeom>
        </p:spPr>
      </p:pic>
      <p:sp>
        <p:nvSpPr>
          <p:cNvPr id="41" name="文本框 40">
            <a:extLst>
              <a:ext uri="{FF2B5EF4-FFF2-40B4-BE49-F238E27FC236}">
                <a16:creationId xmlns:a16="http://schemas.microsoft.com/office/drawing/2014/main" id="{85EBBD70-4360-1A72-9B98-C8DA5A98403E}"/>
              </a:ext>
            </a:extLst>
          </p:cNvPr>
          <p:cNvSpPr txBox="1"/>
          <p:nvPr/>
        </p:nvSpPr>
        <p:spPr>
          <a:xfrm>
            <a:off x="9176380" y="5899279"/>
            <a:ext cx="750196" cy="707886"/>
          </a:xfrm>
          <a:prstGeom prst="rect">
            <a:avLst/>
          </a:prstGeom>
          <a:noFill/>
        </p:spPr>
        <p:txBody>
          <a:bodyPr wrap="square" rtlCol="0">
            <a:spAutoFit/>
          </a:bodyPr>
          <a:lstStyle/>
          <a:p>
            <a:pPr algn="ctr"/>
            <a:r>
              <a:rPr lang="en-US" altLang="zh-CN" sz="4000" dirty="0"/>
              <a:t>…</a:t>
            </a:r>
            <a:endParaRPr lang="zh-CN" altLang="en-US" sz="4000" dirty="0"/>
          </a:p>
        </p:txBody>
      </p:sp>
      <p:sp>
        <p:nvSpPr>
          <p:cNvPr id="44" name="标题 1">
            <a:extLst>
              <a:ext uri="{FF2B5EF4-FFF2-40B4-BE49-F238E27FC236}">
                <a16:creationId xmlns:a16="http://schemas.microsoft.com/office/drawing/2014/main" id="{140801A5-1D93-2F68-9309-1C55670F95B5}"/>
              </a:ext>
            </a:extLst>
          </p:cNvPr>
          <p:cNvSpPr txBox="1">
            <a:spLocks/>
          </p:cNvSpPr>
          <p:nvPr/>
        </p:nvSpPr>
        <p:spPr>
          <a:xfrm>
            <a:off x="-5254"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kumimoji="1" lang="zh-CN" altLang="en-US" sz="3400" b="1" i="0" u="none" strike="noStrike" kern="1200" cap="none" spc="0" normalizeH="0" baseline="0" noProof="0" dirty="0">
                <a:ln>
                  <a:noFill/>
                </a:ln>
                <a:solidFill>
                  <a:srgbClr val="002060"/>
                </a:solidFill>
                <a:effectLst/>
                <a:uLnTx/>
                <a:uFillTx/>
                <a:latin typeface="思源黑体 CN Bold" panose="020B0800000000000000" pitchFamily="34" charset="-122"/>
                <a:ea typeface="思源黑体 CN Bold" panose="020B0800000000000000" pitchFamily="34" charset="-122"/>
                <a:cs typeface="+mn-cs"/>
              </a:rPr>
              <a:t>研究工作进展</a:t>
            </a:r>
            <a:endParaRPr kumimoji="1" lang="zh-CN" altLang="en-US" dirty="0">
              <a:ea typeface="思源黑体 CN Bold" panose="020B0800000000000000" pitchFamily="34" charset="-122"/>
            </a:endParaRPr>
          </a:p>
        </p:txBody>
      </p:sp>
    </p:spTree>
    <p:extLst>
      <p:ext uri="{BB962C8B-B14F-4D97-AF65-F5344CB8AC3E}">
        <p14:creationId xmlns:p14="http://schemas.microsoft.com/office/powerpoint/2010/main" val="126623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67BE2-6D7D-72DD-A691-AA150F009D80}"/>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3996B040-FB88-57E4-875E-FC59FAE39A2D}"/>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7350A7BB-9360-3EEF-3760-0D402F2F0BC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39148C65-52FC-4257-FBF6-A19998364A07}"/>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0898A5C6-3C29-4CA9-E808-EFA5369E8BD3}"/>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双轮足机器人系统建模</a:t>
            </a:r>
          </a:p>
        </p:txBody>
      </p:sp>
      <p:sp>
        <p:nvSpPr>
          <p:cNvPr id="3" name="椭圆 2">
            <a:extLst>
              <a:ext uri="{FF2B5EF4-FFF2-40B4-BE49-F238E27FC236}">
                <a16:creationId xmlns:a16="http://schemas.microsoft.com/office/drawing/2014/main" id="{7F7E1071-874F-A669-9E75-3CCF4BD36791}"/>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9" name="圆角矩形 7">
            <a:extLst>
              <a:ext uri="{FF2B5EF4-FFF2-40B4-BE49-F238E27FC236}">
                <a16:creationId xmlns:a16="http://schemas.microsoft.com/office/drawing/2014/main" id="{105EA0AC-D69D-8AD5-8077-DEDB37138D0E}"/>
              </a:ext>
            </a:extLst>
          </p:cNvPr>
          <p:cNvSpPr/>
          <p:nvPr/>
        </p:nvSpPr>
        <p:spPr>
          <a:xfrm>
            <a:off x="381634" y="2204104"/>
            <a:ext cx="5214726" cy="3749675"/>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D340480C-6828-7657-67E0-BB38D054A547}"/>
              </a:ext>
            </a:extLst>
          </p:cNvPr>
          <p:cNvSpPr/>
          <p:nvPr/>
        </p:nvSpPr>
        <p:spPr>
          <a:xfrm>
            <a:off x="1676870" y="1984544"/>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小角度线性化处理</a:t>
            </a:r>
          </a:p>
        </p:txBody>
      </p:sp>
      <p:pic>
        <p:nvPicPr>
          <p:cNvPr id="4" name="图片 3">
            <a:extLst>
              <a:ext uri="{FF2B5EF4-FFF2-40B4-BE49-F238E27FC236}">
                <a16:creationId xmlns:a16="http://schemas.microsoft.com/office/drawing/2014/main" id="{67DA3171-7D2C-0929-76CF-D43A5703E9DD}"/>
              </a:ext>
            </a:extLst>
          </p:cNvPr>
          <p:cNvPicPr>
            <a:picLocks noChangeAspect="1"/>
          </p:cNvPicPr>
          <p:nvPr/>
        </p:nvPicPr>
        <p:blipFill>
          <a:blip r:embed="rId3"/>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8F0ED3F9-66F2-6CA5-7E8C-8C6BFBFC3BF3}"/>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6" name="椭圆 5">
            <a:extLst>
              <a:ext uri="{FF2B5EF4-FFF2-40B4-BE49-F238E27FC236}">
                <a16:creationId xmlns:a16="http://schemas.microsoft.com/office/drawing/2014/main" id="{85923AA1-3688-9CC9-3EA6-24C5CB263FEF}"/>
              </a:ext>
            </a:extLst>
          </p:cNvPr>
          <p:cNvSpPr/>
          <p:nvPr/>
        </p:nvSpPr>
        <p:spPr>
          <a:xfrm>
            <a:off x="8384850" y="12158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8" name="图片 7">
            <a:extLst>
              <a:ext uri="{FF2B5EF4-FFF2-40B4-BE49-F238E27FC236}">
                <a16:creationId xmlns:a16="http://schemas.microsoft.com/office/drawing/2014/main" id="{A5C47904-0E6E-86F4-9460-F970A45F8945}"/>
              </a:ext>
            </a:extLst>
          </p:cNvPr>
          <p:cNvPicPr>
            <a:picLocks noChangeAspect="1"/>
          </p:cNvPicPr>
          <p:nvPr/>
        </p:nvPicPr>
        <p:blipFill>
          <a:blip r:embed="rId4"/>
          <a:stretch>
            <a:fillRect/>
          </a:stretch>
        </p:blipFill>
        <p:spPr>
          <a:xfrm>
            <a:off x="2457134" y="2560208"/>
            <a:ext cx="1339919" cy="266714"/>
          </a:xfrm>
          <a:prstGeom prst="rect">
            <a:avLst/>
          </a:prstGeom>
        </p:spPr>
      </p:pic>
      <p:sp>
        <p:nvSpPr>
          <p:cNvPr id="12" name="圆角矩形 7">
            <a:extLst>
              <a:ext uri="{FF2B5EF4-FFF2-40B4-BE49-F238E27FC236}">
                <a16:creationId xmlns:a16="http://schemas.microsoft.com/office/drawing/2014/main" id="{16C70254-97E1-F064-2475-7D6462A07623}"/>
              </a:ext>
            </a:extLst>
          </p:cNvPr>
          <p:cNvSpPr/>
          <p:nvPr/>
        </p:nvSpPr>
        <p:spPr>
          <a:xfrm>
            <a:off x="6096000" y="1920524"/>
            <a:ext cx="5289155" cy="4382810"/>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8">
            <a:extLst>
              <a:ext uri="{FF2B5EF4-FFF2-40B4-BE49-F238E27FC236}">
                <a16:creationId xmlns:a16="http://schemas.microsoft.com/office/drawing/2014/main" id="{FCACD4F6-F232-CA1F-5266-CE8D3D507B6F}"/>
              </a:ext>
            </a:extLst>
          </p:cNvPr>
          <p:cNvSpPr/>
          <p:nvPr/>
        </p:nvSpPr>
        <p:spPr>
          <a:xfrm>
            <a:off x="7428450" y="1700964"/>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状态空间方程</a:t>
            </a:r>
          </a:p>
        </p:txBody>
      </p:sp>
      <p:pic>
        <p:nvPicPr>
          <p:cNvPr id="26" name="图片 25" descr="散点图&#10;&#10;AI 生成的内容可能不正确。">
            <a:extLst>
              <a:ext uri="{FF2B5EF4-FFF2-40B4-BE49-F238E27FC236}">
                <a16:creationId xmlns:a16="http://schemas.microsoft.com/office/drawing/2014/main" id="{C534BA23-E0B6-AD74-2C10-990C1EE2212B}"/>
              </a:ext>
            </a:extLst>
          </p:cNvPr>
          <p:cNvPicPr>
            <a:picLocks noChangeAspect="1"/>
          </p:cNvPicPr>
          <p:nvPr/>
        </p:nvPicPr>
        <p:blipFill>
          <a:blip r:embed="rId5"/>
          <a:stretch>
            <a:fillRect/>
          </a:stretch>
        </p:blipFill>
        <p:spPr>
          <a:xfrm>
            <a:off x="449594" y="2999609"/>
            <a:ext cx="5078804" cy="643979"/>
          </a:xfrm>
          <a:prstGeom prst="rect">
            <a:avLst/>
          </a:prstGeom>
        </p:spPr>
      </p:pic>
      <p:pic>
        <p:nvPicPr>
          <p:cNvPr id="30" name="图片 29" descr="图形用户界面, Word&#10;&#10;AI 生成的内容可能不正确。">
            <a:extLst>
              <a:ext uri="{FF2B5EF4-FFF2-40B4-BE49-F238E27FC236}">
                <a16:creationId xmlns:a16="http://schemas.microsoft.com/office/drawing/2014/main" id="{8277DE69-DEB2-A7CB-7C37-55D07312CDAB}"/>
              </a:ext>
            </a:extLst>
          </p:cNvPr>
          <p:cNvPicPr>
            <a:picLocks noChangeAspect="1"/>
          </p:cNvPicPr>
          <p:nvPr/>
        </p:nvPicPr>
        <p:blipFill>
          <a:blip r:embed="rId6"/>
          <a:stretch>
            <a:fillRect/>
          </a:stretch>
        </p:blipFill>
        <p:spPr>
          <a:xfrm>
            <a:off x="1715446" y="3937181"/>
            <a:ext cx="2812278" cy="678401"/>
          </a:xfrm>
          <a:prstGeom prst="rect">
            <a:avLst/>
          </a:prstGeom>
        </p:spPr>
      </p:pic>
      <p:pic>
        <p:nvPicPr>
          <p:cNvPr id="35" name="图片 34" descr="手机屏幕的截图&#10;&#10;AI 生成的内容可能不正确。">
            <a:extLst>
              <a:ext uri="{FF2B5EF4-FFF2-40B4-BE49-F238E27FC236}">
                <a16:creationId xmlns:a16="http://schemas.microsoft.com/office/drawing/2014/main" id="{3D1D03E7-EEAD-7A46-6E28-24EFF02A0F85}"/>
              </a:ext>
            </a:extLst>
          </p:cNvPr>
          <p:cNvPicPr>
            <a:picLocks noChangeAspect="1"/>
          </p:cNvPicPr>
          <p:nvPr/>
        </p:nvPicPr>
        <p:blipFill>
          <a:blip r:embed="rId7"/>
          <a:stretch>
            <a:fillRect/>
          </a:stretch>
        </p:blipFill>
        <p:spPr>
          <a:xfrm>
            <a:off x="2118012" y="4909175"/>
            <a:ext cx="2007145" cy="787116"/>
          </a:xfrm>
          <a:prstGeom prst="rect">
            <a:avLst/>
          </a:prstGeom>
        </p:spPr>
      </p:pic>
      <p:pic>
        <p:nvPicPr>
          <p:cNvPr id="39" name="图片 38" descr="图示&#10;&#10;AI 生成的内容可能不正确。">
            <a:extLst>
              <a:ext uri="{FF2B5EF4-FFF2-40B4-BE49-F238E27FC236}">
                <a16:creationId xmlns:a16="http://schemas.microsoft.com/office/drawing/2014/main" id="{371D1694-F152-C9E0-487B-55DA6EDA84EF}"/>
              </a:ext>
            </a:extLst>
          </p:cNvPr>
          <p:cNvPicPr>
            <a:picLocks noChangeAspect="1"/>
          </p:cNvPicPr>
          <p:nvPr/>
        </p:nvPicPr>
        <p:blipFill>
          <a:blip r:embed="rId8"/>
          <a:stretch>
            <a:fillRect/>
          </a:stretch>
        </p:blipFill>
        <p:spPr>
          <a:xfrm>
            <a:off x="6762134" y="2276628"/>
            <a:ext cx="1504479" cy="991245"/>
          </a:xfrm>
          <a:prstGeom prst="rect">
            <a:avLst/>
          </a:prstGeom>
        </p:spPr>
      </p:pic>
      <p:pic>
        <p:nvPicPr>
          <p:cNvPr id="43" name="图片 42" descr="手机屏幕截图&#10;&#10;AI 生成的内容可能不正确。">
            <a:extLst>
              <a:ext uri="{FF2B5EF4-FFF2-40B4-BE49-F238E27FC236}">
                <a16:creationId xmlns:a16="http://schemas.microsoft.com/office/drawing/2014/main" id="{34F46321-9BB7-C12C-02F2-94AF1C081E8D}"/>
              </a:ext>
            </a:extLst>
          </p:cNvPr>
          <p:cNvPicPr>
            <a:picLocks noChangeAspect="1"/>
          </p:cNvPicPr>
          <p:nvPr/>
        </p:nvPicPr>
        <p:blipFill>
          <a:blip r:embed="rId9"/>
          <a:stretch>
            <a:fillRect/>
          </a:stretch>
        </p:blipFill>
        <p:spPr>
          <a:xfrm>
            <a:off x="9080329" y="2318846"/>
            <a:ext cx="1736403" cy="794366"/>
          </a:xfrm>
          <a:prstGeom prst="rect">
            <a:avLst/>
          </a:prstGeom>
        </p:spPr>
      </p:pic>
      <p:pic>
        <p:nvPicPr>
          <p:cNvPr id="45" name="图片 44" descr="图示&#10;&#10;AI 生成的内容可能不正确。">
            <a:extLst>
              <a:ext uri="{FF2B5EF4-FFF2-40B4-BE49-F238E27FC236}">
                <a16:creationId xmlns:a16="http://schemas.microsoft.com/office/drawing/2014/main" id="{E7E9D947-66A1-90A8-04AA-61E924160020}"/>
              </a:ext>
            </a:extLst>
          </p:cNvPr>
          <p:cNvPicPr>
            <a:picLocks noChangeAspect="1"/>
          </p:cNvPicPr>
          <p:nvPr/>
        </p:nvPicPr>
        <p:blipFill>
          <a:blip r:embed="rId10"/>
          <a:stretch>
            <a:fillRect/>
          </a:stretch>
        </p:blipFill>
        <p:spPr>
          <a:xfrm>
            <a:off x="7539212" y="3241633"/>
            <a:ext cx="2685241" cy="1388326"/>
          </a:xfrm>
          <a:prstGeom prst="rect">
            <a:avLst/>
          </a:prstGeom>
        </p:spPr>
      </p:pic>
      <p:pic>
        <p:nvPicPr>
          <p:cNvPr id="47" name="图片 46" descr="图示&#10;&#10;AI 生成的内容可能不正确。">
            <a:extLst>
              <a:ext uri="{FF2B5EF4-FFF2-40B4-BE49-F238E27FC236}">
                <a16:creationId xmlns:a16="http://schemas.microsoft.com/office/drawing/2014/main" id="{61B7E506-3806-190C-FB03-03AFB684A776}"/>
              </a:ext>
            </a:extLst>
          </p:cNvPr>
          <p:cNvPicPr>
            <a:picLocks noChangeAspect="1"/>
          </p:cNvPicPr>
          <p:nvPr/>
        </p:nvPicPr>
        <p:blipFill>
          <a:blip r:embed="rId11"/>
          <a:stretch>
            <a:fillRect/>
          </a:stretch>
        </p:blipFill>
        <p:spPr>
          <a:xfrm>
            <a:off x="7539212" y="4766884"/>
            <a:ext cx="2752006" cy="1399525"/>
          </a:xfrm>
          <a:prstGeom prst="rect">
            <a:avLst/>
          </a:prstGeom>
        </p:spPr>
      </p:pic>
      <p:sp>
        <p:nvSpPr>
          <p:cNvPr id="50" name="标题 1">
            <a:extLst>
              <a:ext uri="{FF2B5EF4-FFF2-40B4-BE49-F238E27FC236}">
                <a16:creationId xmlns:a16="http://schemas.microsoft.com/office/drawing/2014/main" id="{EEF63422-FCB9-61DC-4486-DCDFF5901660}"/>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研究工作进展</a:t>
            </a:r>
          </a:p>
        </p:txBody>
      </p:sp>
    </p:spTree>
    <p:extLst>
      <p:ext uri="{BB962C8B-B14F-4D97-AF65-F5344CB8AC3E}">
        <p14:creationId xmlns:p14="http://schemas.microsoft.com/office/powerpoint/2010/main" val="3785809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ABBE7505-4617-12A8-3630-04A9AD9A7022}"/>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196992DE-E81F-EBD5-5731-3353F6B02C2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40BC55C1-620B-C18E-0FA1-581796A2BDE0}"/>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8BE7C1C2-12D7-7304-0CDC-09F6AA6A1BFF}"/>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sp>
        <p:nvSpPr>
          <p:cNvPr id="9" name="圆角矩形 7">
            <a:extLst>
              <a:ext uri="{FF2B5EF4-FFF2-40B4-BE49-F238E27FC236}">
                <a16:creationId xmlns:a16="http://schemas.microsoft.com/office/drawing/2014/main" id="{9AB7C92B-415A-2CB9-C08A-111CEED0699B}"/>
              </a:ext>
            </a:extLst>
          </p:cNvPr>
          <p:cNvSpPr/>
          <p:nvPr/>
        </p:nvSpPr>
        <p:spPr>
          <a:xfrm>
            <a:off x="698718" y="2026922"/>
            <a:ext cx="4510556" cy="4143894"/>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B077BE77-975B-4C62-29B5-4C7A455AA79A}"/>
              </a:ext>
            </a:extLst>
          </p:cNvPr>
          <p:cNvSpPr/>
          <p:nvPr/>
        </p:nvSpPr>
        <p:spPr>
          <a:xfrm>
            <a:off x="1641869" y="1807362"/>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控制器设计</a:t>
            </a:r>
          </a:p>
        </p:txBody>
      </p:sp>
      <p:sp>
        <p:nvSpPr>
          <p:cNvPr id="11" name="文本框 10">
            <a:extLst>
              <a:ext uri="{FF2B5EF4-FFF2-40B4-BE49-F238E27FC236}">
                <a16:creationId xmlns:a16="http://schemas.microsoft.com/office/drawing/2014/main" id="{3300B8A4-D591-A6E6-95AE-2FE2543F1D50}"/>
              </a:ext>
            </a:extLst>
          </p:cNvPr>
          <p:cNvSpPr txBox="1"/>
          <p:nvPr/>
        </p:nvSpPr>
        <p:spPr>
          <a:xfrm>
            <a:off x="912338" y="2296823"/>
            <a:ext cx="4292784" cy="3372462"/>
          </a:xfrm>
          <a:prstGeom prst="rect">
            <a:avLst/>
          </a:prstGeom>
          <a:noFill/>
        </p:spPr>
        <p:txBody>
          <a:bodyPr wrap="square" rtlCol="0">
            <a:spAutoFit/>
          </a:bodyPr>
          <a:lstStyle/>
          <a:p>
            <a:pPr latinLnBrk="1">
              <a:lnSpc>
                <a:spcPct val="150000"/>
              </a:lnSpc>
            </a:pPr>
            <a:r>
              <a:rPr lang="zh-CN" altLang="en-US" dirty="0"/>
              <a:t>机器人控制解耦为运动控制（</a:t>
            </a:r>
            <a:r>
              <a:rPr lang="en-US" altLang="zh-CN" dirty="0"/>
              <a:t>Locomotion Controller</a:t>
            </a:r>
            <a:r>
              <a:rPr lang="zh-CN" altLang="en-US" dirty="0"/>
              <a:t>）和腿部控制（</a:t>
            </a:r>
            <a:r>
              <a:rPr lang="en-US" altLang="zh-CN" dirty="0"/>
              <a:t>Leg Controller</a:t>
            </a:r>
            <a:r>
              <a:rPr lang="zh-CN" altLang="en-US" dirty="0"/>
              <a:t>）两部分。运动控制器通过调节驱动轮转矩和腿部关节转矩使机器人保持平衡和控制机器人移动、旋转；腿部控制器通过调节腿部支持力控制腿长，使机器人保持滚转（</a:t>
            </a:r>
            <a:r>
              <a:rPr lang="en-US" altLang="zh-CN" dirty="0"/>
              <a:t>roll</a:t>
            </a:r>
            <a:r>
              <a:rPr lang="zh-CN" altLang="en-US" dirty="0"/>
              <a:t>）方向稳定，并起到主动悬挂的作用。</a:t>
            </a:r>
            <a:endParaRPr lang="zh-CN" altLang="en-US" dirty="0">
              <a:latin typeface="Times New Roman" panose="02020603050405020304" pitchFamily="18" charset="0"/>
              <a:ea typeface="等线" panose="02010600030101010101" pitchFamily="2" charset="-122"/>
            </a:endParaRP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3"/>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4F093106-BD97-6F55-8EED-C56DD873D8ED}"/>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2" name="椭圆 11">
            <a:extLst>
              <a:ext uri="{FF2B5EF4-FFF2-40B4-BE49-F238E27FC236}">
                <a16:creationId xmlns:a16="http://schemas.microsoft.com/office/drawing/2014/main" id="{06AC0806-48D3-F1E2-0E2B-BED757F90EFA}"/>
              </a:ext>
            </a:extLst>
          </p:cNvPr>
          <p:cNvSpPr/>
          <p:nvPr/>
        </p:nvSpPr>
        <p:spPr>
          <a:xfrm>
            <a:off x="4526116"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89292BA7-6AF3-4CC8-8261-FBA877A9D7F0}"/>
              </a:ext>
            </a:extLst>
          </p:cNvPr>
          <p:cNvSpPr/>
          <p:nvPr/>
        </p:nvSpPr>
        <p:spPr>
          <a:xfrm>
            <a:off x="8384850" y="1203208"/>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研究工作进展</a:t>
            </a:r>
          </a:p>
        </p:txBody>
      </p:sp>
      <p:pic>
        <p:nvPicPr>
          <p:cNvPr id="25" name="图片 24">
            <a:extLst>
              <a:ext uri="{FF2B5EF4-FFF2-40B4-BE49-F238E27FC236}">
                <a16:creationId xmlns:a16="http://schemas.microsoft.com/office/drawing/2014/main" id="{1E8AC10F-2C43-24F7-827E-A8FB908D5BFF}"/>
              </a:ext>
            </a:extLst>
          </p:cNvPr>
          <p:cNvPicPr>
            <a:picLocks noChangeAspect="1"/>
          </p:cNvPicPr>
          <p:nvPr/>
        </p:nvPicPr>
        <p:blipFill>
          <a:blip r:embed="rId4">
            <a:extLst>
              <a:ext uri="{28A0092B-C50C-407E-A947-70E740481C1C}">
                <a14:useLocalDpi xmlns:a14="http://schemas.microsoft.com/office/drawing/2010/main" val="0"/>
              </a:ext>
            </a:extLst>
          </a:blip>
          <a:srcRect l="17187" r="18660"/>
          <a:stretch>
            <a:fillRect/>
          </a:stretch>
        </p:blipFill>
        <p:spPr>
          <a:xfrm>
            <a:off x="5809777" y="1569554"/>
            <a:ext cx="5150146" cy="50173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08840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ABBE7505-4617-12A8-3630-04A9AD9A7022}"/>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196992DE-E81F-EBD5-5731-3353F6B02C2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40BC55C1-620B-C18E-0FA1-581796A2BDE0}"/>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8BE7C1C2-12D7-7304-0CDC-09F6AA6A1BFF}"/>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5"/>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4F093106-BD97-6F55-8EED-C56DD873D8ED}"/>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2" name="椭圆 11">
            <a:extLst>
              <a:ext uri="{FF2B5EF4-FFF2-40B4-BE49-F238E27FC236}">
                <a16:creationId xmlns:a16="http://schemas.microsoft.com/office/drawing/2014/main" id="{06AC0806-48D3-F1E2-0E2B-BED757F90EFA}"/>
              </a:ext>
            </a:extLst>
          </p:cNvPr>
          <p:cNvSpPr/>
          <p:nvPr/>
        </p:nvSpPr>
        <p:spPr>
          <a:xfrm>
            <a:off x="4526116"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89292BA7-6AF3-4CC8-8261-FBA877A9D7F0}"/>
              </a:ext>
            </a:extLst>
          </p:cNvPr>
          <p:cNvSpPr/>
          <p:nvPr/>
        </p:nvSpPr>
        <p:spPr>
          <a:xfrm>
            <a:off x="8384850" y="1203208"/>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pic>
        <p:nvPicPr>
          <p:cNvPr id="18" name="2order_pendulem">
            <a:hlinkClick r:id="" action="ppaction://media"/>
            <a:extLst>
              <a:ext uri="{FF2B5EF4-FFF2-40B4-BE49-F238E27FC236}">
                <a16:creationId xmlns:a16="http://schemas.microsoft.com/office/drawing/2014/main" id="{1052770A-EAB0-E891-11F7-B73B5A0060DC}"/>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472732" y="2317812"/>
            <a:ext cx="4505936" cy="2772883"/>
          </a:xfrm>
          <a:prstGeom prst="rect">
            <a:avLst/>
          </a:prstGeom>
          <a:ln>
            <a:noFill/>
          </a:ln>
          <a:effectLst>
            <a:outerShdw blurRad="190500" algn="tl" rotWithShape="0">
              <a:srgbClr val="000000">
                <a:alpha val="70000"/>
              </a:srgbClr>
            </a:outerShdw>
          </a:effectLst>
        </p:spPr>
      </p:pic>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研究工作进展</a:t>
            </a:r>
          </a:p>
        </p:txBody>
      </p:sp>
      <p:pic>
        <p:nvPicPr>
          <p:cNvPr id="6" name="图片 5" descr="图示, 示意图&#10;&#10;AI 生成的内容可能不正确。">
            <a:extLst>
              <a:ext uri="{FF2B5EF4-FFF2-40B4-BE49-F238E27FC236}">
                <a16:creationId xmlns:a16="http://schemas.microsoft.com/office/drawing/2014/main" id="{E6241125-FEF8-2870-B9DC-F3CAA99250EB}"/>
              </a:ext>
            </a:extLst>
          </p:cNvPr>
          <p:cNvPicPr>
            <a:picLocks noChangeAspect="1"/>
          </p:cNvPicPr>
          <p:nvPr/>
        </p:nvPicPr>
        <p:blipFill>
          <a:blip r:embed="rId7"/>
          <a:srcRect l="3406" r="1376"/>
          <a:stretch>
            <a:fillRect/>
          </a:stretch>
        </p:blipFill>
        <p:spPr>
          <a:xfrm>
            <a:off x="133935" y="1577138"/>
            <a:ext cx="7338797" cy="4929532"/>
          </a:xfrm>
          <a:prstGeom prst="rect">
            <a:avLst/>
          </a:prstGeom>
        </p:spPr>
      </p:pic>
    </p:spTree>
    <p:extLst>
      <p:ext uri="{BB962C8B-B14F-4D97-AF65-F5344CB8AC3E}">
        <p14:creationId xmlns:p14="http://schemas.microsoft.com/office/powerpoint/2010/main" val="3728320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99"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ABBE7505-4617-12A8-3630-04A9AD9A7022}"/>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196992DE-E81F-EBD5-5731-3353F6B02C2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40BC55C1-620B-C18E-0FA1-581796A2BDE0}"/>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8BE7C1C2-12D7-7304-0CDC-09F6AA6A1BFF}"/>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5"/>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4F093106-BD97-6F55-8EED-C56DD873D8ED}"/>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2" name="椭圆 11">
            <a:extLst>
              <a:ext uri="{FF2B5EF4-FFF2-40B4-BE49-F238E27FC236}">
                <a16:creationId xmlns:a16="http://schemas.microsoft.com/office/drawing/2014/main" id="{06AC0806-48D3-F1E2-0E2B-BED757F90EFA}"/>
              </a:ext>
            </a:extLst>
          </p:cNvPr>
          <p:cNvSpPr/>
          <p:nvPr/>
        </p:nvSpPr>
        <p:spPr>
          <a:xfrm>
            <a:off x="4526116"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89292BA7-6AF3-4CC8-8261-FBA877A9D7F0}"/>
              </a:ext>
            </a:extLst>
          </p:cNvPr>
          <p:cNvSpPr/>
          <p:nvPr/>
        </p:nvSpPr>
        <p:spPr>
          <a:xfrm>
            <a:off x="8384850" y="1203208"/>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研究工作进展</a:t>
            </a:r>
          </a:p>
        </p:txBody>
      </p:sp>
      <p:pic>
        <p:nvPicPr>
          <p:cNvPr id="2" name="tandem_leg">
            <a:hlinkClick r:id="" action="ppaction://media"/>
            <a:extLst>
              <a:ext uri="{FF2B5EF4-FFF2-40B4-BE49-F238E27FC236}">
                <a16:creationId xmlns:a16="http://schemas.microsoft.com/office/drawing/2014/main" id="{9E4AC583-18F2-8FEB-01A9-5DE06DC04099}"/>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320403" y="1822901"/>
            <a:ext cx="7540686" cy="4241636"/>
          </a:xfrm>
          <a:prstGeom prst="rect">
            <a:avLst/>
          </a:prstGeom>
          <a:ln>
            <a:noFill/>
          </a:ln>
          <a:effectLst>
            <a:outerShdw blurRad="190500" algn="tl" rotWithShape="0">
              <a:srgbClr val="000000">
                <a:alpha val="70000"/>
              </a:srgbClr>
            </a:outerShdw>
          </a:effectLst>
        </p:spPr>
      </p:pic>
      <p:sp>
        <p:nvSpPr>
          <p:cNvPr id="3" name="文本框 2">
            <a:extLst>
              <a:ext uri="{FF2B5EF4-FFF2-40B4-BE49-F238E27FC236}">
                <a16:creationId xmlns:a16="http://schemas.microsoft.com/office/drawing/2014/main" id="{E6E9DCE3-162D-6993-718C-A4E163D1CCB4}"/>
              </a:ext>
            </a:extLst>
          </p:cNvPr>
          <p:cNvSpPr txBox="1"/>
          <p:nvPr/>
        </p:nvSpPr>
        <p:spPr>
          <a:xfrm>
            <a:off x="4751522" y="6176118"/>
            <a:ext cx="2678448" cy="338554"/>
          </a:xfrm>
          <a:prstGeom prst="rect">
            <a:avLst/>
          </a:prstGeom>
          <a:noFill/>
        </p:spPr>
        <p:txBody>
          <a:bodyPr wrap="square" rtlCol="0">
            <a:spAutoFit/>
          </a:bodyPr>
          <a:lstStyle/>
          <a:p>
            <a:pPr algn="ctr" defTabSz="914400">
              <a:defRPr/>
            </a:pPr>
            <a:r>
              <a:rPr lang="en-US" altLang="zh-CN" sz="1600" kern="0" dirty="0" err="1">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Webots</a:t>
            </a: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仿真环境</a:t>
            </a:r>
          </a:p>
        </p:txBody>
      </p:sp>
    </p:spTree>
    <p:extLst>
      <p:ext uri="{BB962C8B-B14F-4D97-AF65-F5344CB8AC3E}">
        <p14:creationId xmlns:p14="http://schemas.microsoft.com/office/powerpoint/2010/main" val="337226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4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3D111-8459-6F35-724E-03A9C1F6EDF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7044D396-FFCC-4B9E-ECD8-EB4510A0538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35953038-8F88-A8F1-DF5D-5AA6BB439967}"/>
              </a:ext>
            </a:extLst>
          </p:cNvPr>
          <p:cNvSpPr/>
          <p:nvPr/>
        </p:nvSpPr>
        <p:spPr>
          <a:xfrm flipV="1">
            <a:off x="3916871" y="156868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8F742DB-1C4A-D598-CE5B-D36ED9562EE3}"/>
              </a:ext>
            </a:extLst>
          </p:cNvPr>
          <p:cNvSpPr/>
          <p:nvPr/>
        </p:nvSpPr>
        <p:spPr>
          <a:xfrm flipV="1">
            <a:off x="3497494" y="1534310"/>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A0B8D0B4-B927-AF78-CBD9-4471DD71AE2D}"/>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46" name="文本框 45">
            <a:extLst>
              <a:ext uri="{FF2B5EF4-FFF2-40B4-BE49-F238E27FC236}">
                <a16:creationId xmlns:a16="http://schemas.microsoft.com/office/drawing/2014/main" id="{27412F98-7419-BEC0-0C05-93AE0FCFD6A1}"/>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37EDEA17-FEBA-1454-A830-B5C49730CB5D}"/>
              </a:ext>
            </a:extLst>
          </p:cNvPr>
          <p:cNvSpPr/>
          <p:nvPr/>
        </p:nvSpPr>
        <p:spPr>
          <a:xfrm flipV="1">
            <a:off x="3499041" y="2639165"/>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15331614-C0AE-C75C-C09D-DAFBE8DE7537}"/>
              </a:ext>
            </a:extLst>
          </p:cNvPr>
          <p:cNvSpPr/>
          <p:nvPr/>
        </p:nvSpPr>
        <p:spPr>
          <a:xfrm flipV="1">
            <a:off x="3916871" y="2673537"/>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8173B754-37B1-E1F5-E2A5-735961397EAC}"/>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61ECF2A7-67FE-0722-20F3-E5F8794D47C8}"/>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B39D9BF0-5837-52EE-312A-CF30C881A8F6}"/>
              </a:ext>
            </a:extLst>
          </p:cNvPr>
          <p:cNvSpPr/>
          <p:nvPr/>
        </p:nvSpPr>
        <p:spPr>
          <a:xfrm flipV="1">
            <a:off x="3939814" y="3828565"/>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48F448D0-7D8F-A114-5974-FF692806B000}"/>
              </a:ext>
            </a:extLst>
          </p:cNvPr>
          <p:cNvSpPr/>
          <p:nvPr/>
        </p:nvSpPr>
        <p:spPr>
          <a:xfrm flipV="1">
            <a:off x="3523533" y="3794194"/>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8DD567DE-EEFA-309A-1BDE-A251E722D952}"/>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3754A0D1-4747-424D-AA4B-BCF03D471C2B}"/>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42BE9EC3-366E-B855-3D69-85782EF38E4A}"/>
              </a:ext>
            </a:extLst>
          </p:cNvPr>
          <p:cNvSpPr/>
          <p:nvPr/>
        </p:nvSpPr>
        <p:spPr>
          <a:xfrm flipV="1">
            <a:off x="3918418" y="4991853"/>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A76076A5-280A-F24E-FF57-AF99280E876F}"/>
              </a:ext>
            </a:extLst>
          </p:cNvPr>
          <p:cNvSpPr/>
          <p:nvPr/>
        </p:nvSpPr>
        <p:spPr>
          <a:xfrm flipV="1">
            <a:off x="3502137" y="4957482"/>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6B44F9B1-C5CD-D50F-9064-30CE9D992602}"/>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BC083D3D-03F3-6868-0383-0B40D788134F}"/>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205354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存在困难及问题</a:t>
            </a:r>
          </a:p>
        </p:txBody>
      </p:sp>
      <p:sp>
        <p:nvSpPr>
          <p:cNvPr id="6" name="左大括号 5">
            <a:extLst>
              <a:ext uri="{FF2B5EF4-FFF2-40B4-BE49-F238E27FC236}">
                <a16:creationId xmlns:a16="http://schemas.microsoft.com/office/drawing/2014/main" id="{FE17F772-0F87-4288-B441-E4D446070FC8}"/>
              </a:ext>
            </a:extLst>
          </p:cNvPr>
          <p:cNvSpPr/>
          <p:nvPr/>
        </p:nvSpPr>
        <p:spPr>
          <a:xfrm>
            <a:off x="1085385" y="1424455"/>
            <a:ext cx="1167161" cy="4624039"/>
          </a:xfrm>
          <a:prstGeom prst="leftBrace">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hand-holding-up-a-magnifier_64881">
            <a:extLst>
              <a:ext uri="{FF2B5EF4-FFF2-40B4-BE49-F238E27FC236}">
                <a16:creationId xmlns:a16="http://schemas.microsoft.com/office/drawing/2014/main" id="{7AB31924-0CAE-8FCA-AB07-DC2D322E1E14}"/>
              </a:ext>
            </a:extLst>
          </p:cNvPr>
          <p:cNvSpPr/>
          <p:nvPr/>
        </p:nvSpPr>
        <p:spPr>
          <a:xfrm>
            <a:off x="1921398" y="2403745"/>
            <a:ext cx="309074" cy="369397"/>
          </a:xfrm>
          <a:custGeom>
            <a:avLst/>
            <a:gdLst>
              <a:gd name="connsiteX0" fmla="*/ 194012 w 508566"/>
              <a:gd name="connsiteY0" fmla="*/ 300108 h 607825"/>
              <a:gd name="connsiteX1" fmla="*/ 228316 w 508566"/>
              <a:gd name="connsiteY1" fmla="*/ 311773 h 607825"/>
              <a:gd name="connsiteX2" fmla="*/ 252125 w 508566"/>
              <a:gd name="connsiteY2" fmla="*/ 353055 h 607825"/>
              <a:gd name="connsiteX3" fmla="*/ 362273 w 508566"/>
              <a:gd name="connsiteY3" fmla="*/ 353181 h 607825"/>
              <a:gd name="connsiteX4" fmla="*/ 402623 w 508566"/>
              <a:gd name="connsiteY4" fmla="*/ 386206 h 607825"/>
              <a:gd name="connsiteX5" fmla="*/ 380067 w 508566"/>
              <a:gd name="connsiteY5" fmla="*/ 425987 h 607825"/>
              <a:gd name="connsiteX6" fmla="*/ 391220 w 508566"/>
              <a:gd name="connsiteY6" fmla="*/ 454134 h 607825"/>
              <a:gd name="connsiteX7" fmla="*/ 390092 w 508566"/>
              <a:gd name="connsiteY7" fmla="*/ 463766 h 607825"/>
              <a:gd name="connsiteX8" fmla="*/ 367160 w 508566"/>
              <a:gd name="connsiteY8" fmla="*/ 490787 h 607825"/>
              <a:gd name="connsiteX9" fmla="*/ 371672 w 508566"/>
              <a:gd name="connsiteY9" fmla="*/ 512179 h 607825"/>
              <a:gd name="connsiteX10" fmla="*/ 369165 w 508566"/>
              <a:gd name="connsiteY10" fmla="*/ 526565 h 607825"/>
              <a:gd name="connsiteX11" fmla="*/ 341346 w 508566"/>
              <a:gd name="connsiteY11" fmla="*/ 552210 h 607825"/>
              <a:gd name="connsiteX12" fmla="*/ 280821 w 508566"/>
              <a:gd name="connsiteY12" fmla="*/ 607503 h 607825"/>
              <a:gd name="connsiteX13" fmla="*/ 132202 w 508566"/>
              <a:gd name="connsiteY13" fmla="*/ 579481 h 607825"/>
              <a:gd name="connsiteX14" fmla="*/ 0 w 508566"/>
              <a:gd name="connsiteY14" fmla="*/ 544579 h 607825"/>
              <a:gd name="connsiteX15" fmla="*/ 0 w 508566"/>
              <a:gd name="connsiteY15" fmla="*/ 391710 h 607825"/>
              <a:gd name="connsiteX16" fmla="*/ 66414 w 508566"/>
              <a:gd name="connsiteY16" fmla="*/ 384205 h 607825"/>
              <a:gd name="connsiteX17" fmla="*/ 166663 w 508566"/>
              <a:gd name="connsiteY17" fmla="*/ 310397 h 607825"/>
              <a:gd name="connsiteX18" fmla="*/ 194012 w 508566"/>
              <a:gd name="connsiteY18" fmla="*/ 300108 h 607825"/>
              <a:gd name="connsiteX19" fmla="*/ 354486 w 508566"/>
              <a:gd name="connsiteY19" fmla="*/ 57536 h 607825"/>
              <a:gd name="connsiteX20" fmla="*/ 367011 w 508566"/>
              <a:gd name="connsiteY20" fmla="*/ 70048 h 607825"/>
              <a:gd name="connsiteX21" fmla="*/ 354486 w 508566"/>
              <a:gd name="connsiteY21" fmla="*/ 82560 h 607825"/>
              <a:gd name="connsiteX22" fmla="*/ 297872 w 508566"/>
              <a:gd name="connsiteY22" fmla="*/ 113964 h 607825"/>
              <a:gd name="connsiteX23" fmla="*/ 287226 w 508566"/>
              <a:gd name="connsiteY23" fmla="*/ 119845 h 607825"/>
              <a:gd name="connsiteX24" fmla="*/ 280588 w 508566"/>
              <a:gd name="connsiteY24" fmla="*/ 117843 h 607825"/>
              <a:gd name="connsiteX25" fmla="*/ 276580 w 508566"/>
              <a:gd name="connsiteY25" fmla="*/ 100702 h 607825"/>
              <a:gd name="connsiteX26" fmla="*/ 354486 w 508566"/>
              <a:gd name="connsiteY26" fmla="*/ 57536 h 607825"/>
              <a:gd name="connsiteX27" fmla="*/ 339403 w 508566"/>
              <a:gd name="connsiteY27" fmla="*/ 34283 h 607825"/>
              <a:gd name="connsiteX28" fmla="*/ 240839 w 508566"/>
              <a:gd name="connsiteY28" fmla="*/ 121708 h 607825"/>
              <a:gd name="connsiteX29" fmla="*/ 325538 w 508566"/>
              <a:gd name="connsiteY29" fmla="*/ 267340 h 607825"/>
              <a:gd name="connsiteX30" fmla="*/ 471381 w 508566"/>
              <a:gd name="connsiteY30" fmla="*/ 182763 h 607825"/>
              <a:gd name="connsiteX31" fmla="*/ 386682 w 508566"/>
              <a:gd name="connsiteY31" fmla="*/ 37131 h 607825"/>
              <a:gd name="connsiteX32" fmla="*/ 339403 w 508566"/>
              <a:gd name="connsiteY32" fmla="*/ 34283 h 607825"/>
              <a:gd name="connsiteX33" fmla="*/ 334796 w 508566"/>
              <a:gd name="connsiteY33" fmla="*/ 1513 h 607825"/>
              <a:gd name="connsiteX34" fmla="*/ 395202 w 508566"/>
              <a:gd name="connsiteY34" fmla="*/ 5102 h 607825"/>
              <a:gd name="connsiteX35" fmla="*/ 503457 w 508566"/>
              <a:gd name="connsiteY35" fmla="*/ 191271 h 607825"/>
              <a:gd name="connsiteX36" fmla="*/ 343330 w 508566"/>
              <a:gd name="connsiteY36" fmla="*/ 303873 h 607825"/>
              <a:gd name="connsiteX37" fmla="*/ 337065 w 508566"/>
              <a:gd name="connsiteY37" fmla="*/ 327519 h 607825"/>
              <a:gd name="connsiteX38" fmla="*/ 282061 w 508566"/>
              <a:gd name="connsiteY38" fmla="*/ 327519 h 607825"/>
              <a:gd name="connsiteX39" fmla="*/ 291959 w 508566"/>
              <a:gd name="connsiteY39" fmla="*/ 290360 h 607825"/>
              <a:gd name="connsiteX40" fmla="*/ 208763 w 508566"/>
              <a:gd name="connsiteY40" fmla="*/ 113200 h 607825"/>
              <a:gd name="connsiteX41" fmla="*/ 334796 w 508566"/>
              <a:gd name="connsiteY41" fmla="*/ 1513 h 60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8566" h="607825">
                <a:moveTo>
                  <a:pt x="194012" y="300108"/>
                </a:moveTo>
                <a:cubicBezTo>
                  <a:pt x="204319" y="299139"/>
                  <a:pt x="215785" y="301828"/>
                  <a:pt x="228316" y="311773"/>
                </a:cubicBezTo>
                <a:cubicBezTo>
                  <a:pt x="242351" y="322907"/>
                  <a:pt x="247238" y="342422"/>
                  <a:pt x="252125" y="353055"/>
                </a:cubicBezTo>
                <a:lnTo>
                  <a:pt x="362273" y="353181"/>
                </a:lnTo>
                <a:cubicBezTo>
                  <a:pt x="384328" y="352930"/>
                  <a:pt x="402373" y="360061"/>
                  <a:pt x="402623" y="386206"/>
                </a:cubicBezTo>
                <a:cubicBezTo>
                  <a:pt x="402999" y="412351"/>
                  <a:pt x="380067" y="425987"/>
                  <a:pt x="380067" y="425987"/>
                </a:cubicBezTo>
                <a:cubicBezTo>
                  <a:pt x="380067" y="425987"/>
                  <a:pt x="391471" y="431491"/>
                  <a:pt x="391220" y="454134"/>
                </a:cubicBezTo>
                <a:cubicBezTo>
                  <a:pt x="391220" y="457511"/>
                  <a:pt x="390844" y="460639"/>
                  <a:pt x="390092" y="463766"/>
                </a:cubicBezTo>
                <a:cubicBezTo>
                  <a:pt x="387335" y="474900"/>
                  <a:pt x="379566" y="484032"/>
                  <a:pt x="367160" y="490787"/>
                </a:cubicBezTo>
                <a:cubicBezTo>
                  <a:pt x="369291" y="496041"/>
                  <a:pt x="371672" y="503672"/>
                  <a:pt x="371672" y="512179"/>
                </a:cubicBezTo>
                <a:cubicBezTo>
                  <a:pt x="371672" y="517308"/>
                  <a:pt x="370794" y="522187"/>
                  <a:pt x="369165" y="526565"/>
                </a:cubicBezTo>
                <a:cubicBezTo>
                  <a:pt x="364905" y="537949"/>
                  <a:pt x="355507" y="546581"/>
                  <a:pt x="341346" y="552210"/>
                </a:cubicBezTo>
                <a:cubicBezTo>
                  <a:pt x="339968" y="560967"/>
                  <a:pt x="335331" y="605501"/>
                  <a:pt x="280821" y="607503"/>
                </a:cubicBezTo>
                <a:cubicBezTo>
                  <a:pt x="254506" y="608504"/>
                  <a:pt x="204131" y="609004"/>
                  <a:pt x="132202" y="579481"/>
                </a:cubicBezTo>
                <a:cubicBezTo>
                  <a:pt x="100374" y="566471"/>
                  <a:pt x="62279" y="544579"/>
                  <a:pt x="0" y="544579"/>
                </a:cubicBezTo>
                <a:lnTo>
                  <a:pt x="0" y="391710"/>
                </a:lnTo>
                <a:cubicBezTo>
                  <a:pt x="0" y="391710"/>
                  <a:pt x="36340" y="394337"/>
                  <a:pt x="66414" y="384205"/>
                </a:cubicBezTo>
                <a:cubicBezTo>
                  <a:pt x="90975" y="375948"/>
                  <a:pt x="131200" y="331664"/>
                  <a:pt x="166663" y="310397"/>
                </a:cubicBezTo>
                <a:cubicBezTo>
                  <a:pt x="174558" y="305706"/>
                  <a:pt x="183705" y="301078"/>
                  <a:pt x="194012" y="300108"/>
                </a:cubicBezTo>
                <a:close/>
                <a:moveTo>
                  <a:pt x="354486" y="57536"/>
                </a:moveTo>
                <a:cubicBezTo>
                  <a:pt x="361375" y="57536"/>
                  <a:pt x="367011" y="63166"/>
                  <a:pt x="367011" y="70048"/>
                </a:cubicBezTo>
                <a:cubicBezTo>
                  <a:pt x="367011" y="76929"/>
                  <a:pt x="361375" y="82560"/>
                  <a:pt x="354486" y="82560"/>
                </a:cubicBezTo>
                <a:cubicBezTo>
                  <a:pt x="331315" y="82560"/>
                  <a:pt x="310147" y="94321"/>
                  <a:pt x="297872" y="113964"/>
                </a:cubicBezTo>
                <a:cubicBezTo>
                  <a:pt x="295493" y="117718"/>
                  <a:pt x="291359" y="119845"/>
                  <a:pt x="287226" y="119845"/>
                </a:cubicBezTo>
                <a:cubicBezTo>
                  <a:pt x="284971" y="119845"/>
                  <a:pt x="282592" y="119219"/>
                  <a:pt x="280588" y="117843"/>
                </a:cubicBezTo>
                <a:cubicBezTo>
                  <a:pt x="274701" y="114215"/>
                  <a:pt x="272947" y="106457"/>
                  <a:pt x="276580" y="100702"/>
                </a:cubicBezTo>
                <a:cubicBezTo>
                  <a:pt x="293489" y="73676"/>
                  <a:pt x="322672" y="57536"/>
                  <a:pt x="354486" y="57536"/>
                </a:cubicBezTo>
                <a:close/>
                <a:moveTo>
                  <a:pt x="339403" y="34283"/>
                </a:moveTo>
                <a:cubicBezTo>
                  <a:pt x="293369" y="40799"/>
                  <a:pt x="253431" y="74040"/>
                  <a:pt x="240839" y="121708"/>
                </a:cubicBezTo>
                <a:cubicBezTo>
                  <a:pt x="223924" y="185140"/>
                  <a:pt x="262013" y="250449"/>
                  <a:pt x="325538" y="267340"/>
                </a:cubicBezTo>
                <a:cubicBezTo>
                  <a:pt x="389063" y="284105"/>
                  <a:pt x="454466" y="246195"/>
                  <a:pt x="471381" y="182763"/>
                </a:cubicBezTo>
                <a:cubicBezTo>
                  <a:pt x="488296" y="119206"/>
                  <a:pt x="450206" y="53897"/>
                  <a:pt x="386682" y="37131"/>
                </a:cubicBezTo>
                <a:cubicBezTo>
                  <a:pt x="370769" y="32909"/>
                  <a:pt x="354747" y="32111"/>
                  <a:pt x="339403" y="34283"/>
                </a:cubicBezTo>
                <a:close/>
                <a:moveTo>
                  <a:pt x="334796" y="1513"/>
                </a:moveTo>
                <a:cubicBezTo>
                  <a:pt x="354403" y="-1279"/>
                  <a:pt x="374873" y="-278"/>
                  <a:pt x="395202" y="5102"/>
                </a:cubicBezTo>
                <a:cubicBezTo>
                  <a:pt x="476393" y="26622"/>
                  <a:pt x="525007" y="110072"/>
                  <a:pt x="503457" y="191271"/>
                </a:cubicBezTo>
                <a:cubicBezTo>
                  <a:pt x="484161" y="263586"/>
                  <a:pt x="415500" y="310003"/>
                  <a:pt x="343330" y="303873"/>
                </a:cubicBezTo>
                <a:lnTo>
                  <a:pt x="337065" y="327519"/>
                </a:lnTo>
                <a:lnTo>
                  <a:pt x="282061" y="327519"/>
                </a:lnTo>
                <a:lnTo>
                  <a:pt x="291959" y="290360"/>
                </a:lnTo>
                <a:cubicBezTo>
                  <a:pt x="226179" y="259833"/>
                  <a:pt x="189468" y="185641"/>
                  <a:pt x="208763" y="113200"/>
                </a:cubicBezTo>
                <a:cubicBezTo>
                  <a:pt x="224926" y="52395"/>
                  <a:pt x="275976" y="9888"/>
                  <a:pt x="334796" y="1513"/>
                </a:cubicBezTo>
                <a:close/>
              </a:path>
            </a:pathLst>
          </a:cu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微软雅黑" panose="020B0503020204020204" pitchFamily="34" charset="-122"/>
              <a:cs typeface="+mn-cs"/>
            </a:endParaRPr>
          </a:p>
        </p:txBody>
      </p:sp>
      <p:sp>
        <p:nvSpPr>
          <p:cNvPr id="39" name="椭圆 38">
            <a:extLst>
              <a:ext uri="{FF2B5EF4-FFF2-40B4-BE49-F238E27FC236}">
                <a16:creationId xmlns:a16="http://schemas.microsoft.com/office/drawing/2014/main" id="{BDB3E80A-BDAB-F7C5-6BB2-9144DDF03689}"/>
              </a:ext>
            </a:extLst>
          </p:cNvPr>
          <p:cNvSpPr/>
          <p:nvPr/>
        </p:nvSpPr>
        <p:spPr>
          <a:xfrm flipV="1">
            <a:off x="200782" y="3317096"/>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文本框 56">
            <a:extLst>
              <a:ext uri="{FF2B5EF4-FFF2-40B4-BE49-F238E27FC236}">
                <a16:creationId xmlns:a16="http://schemas.microsoft.com/office/drawing/2014/main" id="{FBC93A7D-788C-8EB2-A2D5-E7F41EF0B322}"/>
              </a:ext>
            </a:extLst>
          </p:cNvPr>
          <p:cNvSpPr txBox="1"/>
          <p:nvPr/>
        </p:nvSpPr>
        <p:spPr>
          <a:xfrm>
            <a:off x="200782" y="3382530"/>
            <a:ext cx="832564" cy="707886"/>
          </a:xfrm>
          <a:prstGeom prst="rect">
            <a:avLst/>
          </a:prstGeom>
          <a:noFill/>
        </p:spPr>
        <p:txBody>
          <a:bodyPr wrap="square">
            <a:spAutoFit/>
          </a:bodyPr>
          <a:lstStyle/>
          <a:p>
            <a:r>
              <a:rPr lang="zh-CN" altLang="en-US" sz="4000" dirty="0"/>
              <a:t>🤖</a:t>
            </a:r>
          </a:p>
        </p:txBody>
      </p:sp>
      <p:pic>
        <p:nvPicPr>
          <p:cNvPr id="2" name="图片 1">
            <a:extLst>
              <a:ext uri="{FF2B5EF4-FFF2-40B4-BE49-F238E27FC236}">
                <a16:creationId xmlns:a16="http://schemas.microsoft.com/office/drawing/2014/main" id="{F6868EF5-AD60-FCC3-9B97-C94FAFCAC48E}"/>
              </a:ext>
            </a:extLst>
          </p:cNvPr>
          <p:cNvPicPr>
            <a:picLocks noChangeAspect="1"/>
          </p:cNvPicPr>
          <p:nvPr/>
        </p:nvPicPr>
        <p:blipFill>
          <a:blip r:embed="rId3"/>
          <a:stretch>
            <a:fillRect/>
          </a:stretch>
        </p:blipFill>
        <p:spPr>
          <a:xfrm>
            <a:off x="11485962" y="642257"/>
            <a:ext cx="696313" cy="332187"/>
          </a:xfrm>
          <a:prstGeom prst="rect">
            <a:avLst/>
          </a:prstGeom>
        </p:spPr>
      </p:pic>
      <p:sp>
        <p:nvSpPr>
          <p:cNvPr id="9" name="文本框 8">
            <a:extLst>
              <a:ext uri="{FF2B5EF4-FFF2-40B4-BE49-F238E27FC236}">
                <a16:creationId xmlns:a16="http://schemas.microsoft.com/office/drawing/2014/main" id="{E1EF78DA-F8A8-C8BF-5733-763CFF16D8B3}"/>
              </a:ext>
            </a:extLst>
          </p:cNvPr>
          <p:cNvSpPr txBox="1"/>
          <p:nvPr/>
        </p:nvSpPr>
        <p:spPr>
          <a:xfrm>
            <a:off x="2304585" y="1239789"/>
            <a:ext cx="9136990" cy="1477328"/>
          </a:xfrm>
          <a:prstGeom prst="rect">
            <a:avLst/>
          </a:prstGeom>
          <a:noFill/>
        </p:spPr>
        <p:txBody>
          <a:bodyPr wrap="square">
            <a:spAutoFit/>
          </a:bodyPr>
          <a:lstStyle/>
          <a:p>
            <a:pPr lvl="0" defTabSz="914400" eaLnBrk="0" fontAlgn="base" hangingPunct="0">
              <a:spcBef>
                <a:spcPct val="0"/>
              </a:spcBef>
              <a:spcAft>
                <a:spcPct val="0"/>
              </a:spcAft>
            </a:pPr>
            <a:r>
              <a:rPr lang="zh-CN" altLang="en-US" b="1" dirty="0">
                <a:solidFill>
                  <a:srgbClr val="002060"/>
                </a:solidFill>
              </a:rPr>
              <a:t>仿真平台的局限：</a:t>
            </a:r>
            <a:r>
              <a:rPr lang="zh-CN" altLang="zh-CN" dirty="0"/>
              <a:t>原 MATLAB/Simulink 仿真基于图形化框图，难以直接移植到嵌入式系统（如 STM32）中</a:t>
            </a:r>
            <a:r>
              <a:rPr lang="zh-CN" altLang="en-US" dirty="0"/>
              <a:t>，</a:t>
            </a:r>
            <a:r>
              <a:rPr lang="zh-CN" altLang="zh-CN" dirty="0"/>
              <a:t>Webots 环境下的默认建模较为粗糙，难以精确反映双轮足机器人的动力学特性（如摩擦、惯量分布）。</a:t>
            </a:r>
            <a:endParaRPr lang="en-US" altLang="zh-CN" dirty="0"/>
          </a:p>
          <a:p>
            <a:pPr lvl="0" defTabSz="914400" eaLnBrk="0" fontAlgn="base" hangingPunct="0">
              <a:spcBef>
                <a:spcPct val="0"/>
              </a:spcBef>
              <a:spcAft>
                <a:spcPct val="0"/>
              </a:spcAft>
            </a:pPr>
            <a:r>
              <a:rPr lang="zh-CN" altLang="en-US" b="1" dirty="0"/>
              <a:t>解决思路：</a:t>
            </a:r>
            <a:r>
              <a:rPr lang="zh-CN" altLang="zh-CN" dirty="0"/>
              <a:t>引入 MuJoCo 引擎支持高精度的 URDF 模型导入，还能提供极高的物理计算步速，为验证先进控制算法奠定基础。</a:t>
            </a:r>
          </a:p>
        </p:txBody>
      </p:sp>
      <p:sp>
        <p:nvSpPr>
          <p:cNvPr id="11" name="文本框 10">
            <a:extLst>
              <a:ext uri="{FF2B5EF4-FFF2-40B4-BE49-F238E27FC236}">
                <a16:creationId xmlns:a16="http://schemas.microsoft.com/office/drawing/2014/main" id="{BF790938-0C64-F6D3-8F74-0CABA0BCDC4B}"/>
              </a:ext>
            </a:extLst>
          </p:cNvPr>
          <p:cNvSpPr txBox="1"/>
          <p:nvPr/>
        </p:nvSpPr>
        <p:spPr>
          <a:xfrm>
            <a:off x="2304585" y="3417187"/>
            <a:ext cx="9067542" cy="1477328"/>
          </a:xfrm>
          <a:prstGeom prst="rect">
            <a:avLst/>
          </a:prstGeom>
          <a:noFill/>
        </p:spPr>
        <p:txBody>
          <a:bodyPr wrap="square">
            <a:spAutoFit/>
          </a:bodyPr>
          <a:lstStyle/>
          <a:p>
            <a:r>
              <a:rPr lang="zh-CN" altLang="en-US" b="1" dirty="0">
                <a:solidFill>
                  <a:srgbClr val="002060"/>
                </a:solidFill>
              </a:rPr>
              <a:t>状态估计的实时性与精度：</a:t>
            </a:r>
            <a:r>
              <a:rPr lang="zh-CN" altLang="en-US" dirty="0"/>
              <a:t>在高动态运动（如跳跃或急停）中，通过 </a:t>
            </a:r>
            <a:r>
              <a:rPr lang="en-US" altLang="zh-CN" dirty="0"/>
              <a:t>IMU </a:t>
            </a:r>
            <a:r>
              <a:rPr lang="zh-CN" altLang="en-US" dirty="0"/>
              <a:t>和运动学解算得到的机身速度和倾角容易发散。单纯依赖卡尔曼滤波 </a:t>
            </a:r>
            <a:r>
              <a:rPr lang="en-US" altLang="zh-CN" dirty="0"/>
              <a:t>(EKF) </a:t>
            </a:r>
            <a:r>
              <a:rPr lang="zh-CN" altLang="en-US" dirty="0"/>
              <a:t>可能无法准确估计机器人的绝对速度。</a:t>
            </a:r>
          </a:p>
          <a:p>
            <a:r>
              <a:rPr lang="zh-CN" altLang="en-US" b="1" dirty="0"/>
              <a:t>解决思路：</a:t>
            </a:r>
            <a:r>
              <a:rPr lang="zh-CN" altLang="en-US" dirty="0"/>
              <a:t>融合视觉里程计 </a:t>
            </a:r>
            <a:r>
              <a:rPr lang="en-US" altLang="zh-CN" dirty="0"/>
              <a:t>(VIO) </a:t>
            </a:r>
            <a:r>
              <a:rPr lang="zh-CN" altLang="en-US" dirty="0"/>
              <a:t>或开发基于模型的打滑检测算法。</a:t>
            </a:r>
          </a:p>
          <a:p>
            <a:endParaRPr lang="zh-CN" altLang="en-US" b="1" dirty="0">
              <a:solidFill>
                <a:srgbClr val="002060"/>
              </a:solidFill>
            </a:endParaRPr>
          </a:p>
        </p:txBody>
      </p:sp>
      <p:sp>
        <p:nvSpPr>
          <p:cNvPr id="13" name="文本框 12">
            <a:extLst>
              <a:ext uri="{FF2B5EF4-FFF2-40B4-BE49-F238E27FC236}">
                <a16:creationId xmlns:a16="http://schemas.microsoft.com/office/drawing/2014/main" id="{CFBEB711-67D3-3891-C1EF-0DCDAE75ABF4}"/>
              </a:ext>
            </a:extLst>
          </p:cNvPr>
          <p:cNvSpPr txBox="1"/>
          <p:nvPr/>
        </p:nvSpPr>
        <p:spPr>
          <a:xfrm>
            <a:off x="2304585" y="5433545"/>
            <a:ext cx="9067542" cy="1200329"/>
          </a:xfrm>
          <a:prstGeom prst="rect">
            <a:avLst/>
          </a:prstGeom>
          <a:noFill/>
        </p:spPr>
        <p:txBody>
          <a:bodyPr wrap="square">
            <a:spAutoFit/>
          </a:bodyPr>
          <a:lstStyle/>
          <a:p>
            <a:pPr lvl="0" defTabSz="914400" eaLnBrk="0" fontAlgn="base" hangingPunct="0">
              <a:spcBef>
                <a:spcPct val="0"/>
              </a:spcBef>
              <a:spcAft>
                <a:spcPct val="0"/>
              </a:spcAft>
            </a:pPr>
            <a:r>
              <a:rPr lang="zh-CN" altLang="en-US" b="1" dirty="0">
                <a:solidFill>
                  <a:srgbClr val="002060"/>
                </a:solidFill>
              </a:rPr>
              <a:t>复杂地形下的非最小相位特性：</a:t>
            </a:r>
            <a:r>
              <a:rPr lang="zh-CN" altLang="zh-CN" dirty="0"/>
              <a:t>双轮足机器人本质上是倒立摆系统，具有非最小相位特性</a:t>
            </a:r>
            <a:r>
              <a:rPr lang="zh-CN" altLang="en-US" dirty="0"/>
              <a:t>，</a:t>
            </a:r>
            <a:r>
              <a:rPr lang="zh-CN" altLang="zh-CN" dirty="0"/>
              <a:t>这意味着系统在响应控制输入时会出现“反向运动”的现象。在爬坡或越障时，为了向前加速，机器人需要先向后倾斜，这在复杂地形下极易导致翻车。</a:t>
            </a:r>
          </a:p>
          <a:p>
            <a:pPr lvl="0" defTabSz="914400" eaLnBrk="0" fontAlgn="base" hangingPunct="0">
              <a:spcBef>
                <a:spcPct val="0"/>
              </a:spcBef>
              <a:spcAft>
                <a:spcPct val="0"/>
              </a:spcAft>
            </a:pPr>
            <a:r>
              <a:rPr lang="zh-CN" altLang="en-US" b="1" dirty="0"/>
              <a:t>解决思路：</a:t>
            </a:r>
            <a:r>
              <a:rPr lang="zh-CN" altLang="zh-CN" dirty="0"/>
              <a:t>设计鲁棒的 MPC 或 H-infinity 控制器来处理这种动力学约束</a:t>
            </a:r>
          </a:p>
        </p:txBody>
      </p:sp>
    </p:spTree>
    <p:extLst>
      <p:ext uri="{BB962C8B-B14F-4D97-AF65-F5344CB8AC3E}">
        <p14:creationId xmlns:p14="http://schemas.microsoft.com/office/powerpoint/2010/main" val="3466516015"/>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43106-6808-E9B9-B32A-BAD52EC7EC91}"/>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6B82A2B3-F98B-F753-BA04-4B1A1AB41FAA}"/>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D0ECD31A-BC0D-6179-6390-FB12C22F0444}"/>
              </a:ext>
            </a:extLst>
          </p:cNvPr>
          <p:cNvSpPr/>
          <p:nvPr/>
        </p:nvSpPr>
        <p:spPr>
          <a:xfrm flipV="1">
            <a:off x="3916871" y="156868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3D9061CC-67DE-A9EF-F819-5881E3236E2B}"/>
              </a:ext>
            </a:extLst>
          </p:cNvPr>
          <p:cNvSpPr/>
          <p:nvPr/>
        </p:nvSpPr>
        <p:spPr>
          <a:xfrm flipV="1">
            <a:off x="3497494" y="1534310"/>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CB28D609-F33B-0E84-0F29-F8261F911F3F}"/>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46" name="文本框 45">
            <a:extLst>
              <a:ext uri="{FF2B5EF4-FFF2-40B4-BE49-F238E27FC236}">
                <a16:creationId xmlns:a16="http://schemas.microsoft.com/office/drawing/2014/main" id="{8C4D876F-E188-7911-852E-F70DE0D1D356}"/>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243FF99C-34D0-18B7-4985-4ACF955976C9}"/>
              </a:ext>
            </a:extLst>
          </p:cNvPr>
          <p:cNvSpPr/>
          <p:nvPr/>
        </p:nvSpPr>
        <p:spPr>
          <a:xfrm flipV="1">
            <a:off x="3499041" y="2639165"/>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8736AF20-05C8-1B4B-47CF-AC2B40E3A43B}"/>
              </a:ext>
            </a:extLst>
          </p:cNvPr>
          <p:cNvSpPr/>
          <p:nvPr/>
        </p:nvSpPr>
        <p:spPr>
          <a:xfrm flipV="1">
            <a:off x="3916871" y="2673537"/>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3DB01F15-F870-C877-D6BD-E739DC81E6D3}"/>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3B931665-E166-9D44-2AB3-8868DA663EF8}"/>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E0271442-5905-9F63-220C-790A7FB41B73}"/>
              </a:ext>
            </a:extLst>
          </p:cNvPr>
          <p:cNvSpPr/>
          <p:nvPr/>
        </p:nvSpPr>
        <p:spPr>
          <a:xfrm flipV="1">
            <a:off x="3939814" y="3828565"/>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FCFDF4B1-3230-22D2-4F4E-49FAD052B07A}"/>
              </a:ext>
            </a:extLst>
          </p:cNvPr>
          <p:cNvSpPr/>
          <p:nvPr/>
        </p:nvSpPr>
        <p:spPr>
          <a:xfrm flipV="1">
            <a:off x="3523533" y="3794194"/>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5EF52E7E-B0DA-946E-17DF-802E7A624ACB}"/>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AB38BAF6-4021-4F50-642D-7FBA7B1FA58F}"/>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B78D3FB0-9BB8-A507-6746-41B749D168F5}"/>
              </a:ext>
            </a:extLst>
          </p:cNvPr>
          <p:cNvSpPr/>
          <p:nvPr/>
        </p:nvSpPr>
        <p:spPr>
          <a:xfrm flipV="1">
            <a:off x="3918418" y="4991853"/>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D9030FD6-7CAC-AD06-077D-0FBE205B5992}"/>
              </a:ext>
            </a:extLst>
          </p:cNvPr>
          <p:cNvSpPr/>
          <p:nvPr/>
        </p:nvSpPr>
        <p:spPr>
          <a:xfrm flipV="1">
            <a:off x="3502137" y="4957482"/>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DF295A3B-308E-6889-9614-9C3AE7D932C3}"/>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116AF22-EE28-A75D-01C6-A8CE0603A36E}"/>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32356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9462-BDBB-4F01-72AA-59AEEAE86507}"/>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52DA3ADB-200C-2BA8-A0A3-E9AE15C9527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后期工作安排</a:t>
            </a:r>
          </a:p>
        </p:txBody>
      </p:sp>
      <p:sp>
        <p:nvSpPr>
          <p:cNvPr id="14" name="内容占位符 2">
            <a:extLst>
              <a:ext uri="{FF2B5EF4-FFF2-40B4-BE49-F238E27FC236}">
                <a16:creationId xmlns:a16="http://schemas.microsoft.com/office/drawing/2014/main" id="{1D51B79B-56C1-0A3B-A786-95F24C9D70BE}"/>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dirty="0"/>
          </a:p>
          <a:p>
            <a:endParaRPr kumimoji="1" lang="en" altLang="zh-CN" dirty="0"/>
          </a:p>
          <a:p>
            <a:pPr marL="0" indent="0">
              <a:buFont typeface="Arial" panose="020B0604020202020204" pitchFamily="34" charset="0"/>
              <a:buNone/>
            </a:pPr>
            <a:endParaRPr kumimoji="1" lang="en" altLang="zh-CN" dirty="0"/>
          </a:p>
          <a:p>
            <a:endParaRPr kumimoji="1" lang="en" altLang="zh-CN" dirty="0"/>
          </a:p>
          <a:p>
            <a:endParaRPr kumimoji="1" lang="zh-CN" altLang="en-US" dirty="0"/>
          </a:p>
        </p:txBody>
      </p:sp>
      <p:cxnSp>
        <p:nvCxnSpPr>
          <p:cNvPr id="10" name="直接连接符 9">
            <a:extLst>
              <a:ext uri="{FF2B5EF4-FFF2-40B4-BE49-F238E27FC236}">
                <a16:creationId xmlns:a16="http://schemas.microsoft.com/office/drawing/2014/main" id="{BFB566AC-7FF7-3F6C-8DBC-47CE9FA392EC}"/>
              </a:ext>
            </a:extLst>
          </p:cNvPr>
          <p:cNvCxnSpPr/>
          <p:nvPr/>
        </p:nvCxnSpPr>
        <p:spPr>
          <a:xfrm>
            <a:off x="579794" y="2492549"/>
            <a:ext cx="9535973" cy="0"/>
          </a:xfrm>
          <a:prstGeom prst="line">
            <a:avLst/>
          </a:prstGeom>
          <a:ln w="28575">
            <a:solidFill>
              <a:schemeClr val="accent1"/>
            </a:solidFill>
            <a:headEnd type="diamon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153200C-A615-7600-BC99-0D891E2BC454}"/>
              </a:ext>
            </a:extLst>
          </p:cNvPr>
          <p:cNvCxnSpPr>
            <a:cxnSpLocks/>
          </p:cNvCxnSpPr>
          <p:nvPr/>
        </p:nvCxnSpPr>
        <p:spPr>
          <a:xfrm flipH="1" flipV="1">
            <a:off x="9946266" y="2492744"/>
            <a:ext cx="1238998" cy="9611"/>
          </a:xfrm>
          <a:prstGeom prst="line">
            <a:avLst/>
          </a:prstGeom>
          <a:ln w="28575">
            <a:solidFill>
              <a:schemeClr val="accent1"/>
            </a:solidFill>
            <a:headEnd type="stealth"/>
          </a:ln>
        </p:spPr>
        <p:style>
          <a:lnRef idx="1">
            <a:schemeClr val="accent1"/>
          </a:lnRef>
          <a:fillRef idx="0">
            <a:schemeClr val="accent1"/>
          </a:fillRef>
          <a:effectRef idx="0">
            <a:schemeClr val="accent1"/>
          </a:effectRef>
          <a:fontRef idx="minor">
            <a:schemeClr val="tx1"/>
          </a:fontRef>
        </p:style>
      </p:cxnSp>
      <p:sp>
        <p:nvSpPr>
          <p:cNvPr id="16" name="freeform3">
            <a:extLst>
              <a:ext uri="{FF2B5EF4-FFF2-40B4-BE49-F238E27FC236}">
                <a16:creationId xmlns:a16="http://schemas.microsoft.com/office/drawing/2014/main" id="{04D7CC36-1417-6176-42E4-6002DA1743DD}"/>
              </a:ext>
            </a:extLst>
          </p:cNvPr>
          <p:cNvSpPr/>
          <p:nvPr/>
        </p:nvSpPr>
        <p:spPr>
          <a:xfrm flipH="1">
            <a:off x="6967281" y="5567406"/>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7" name="椭圆 16">
            <a:extLst>
              <a:ext uri="{FF2B5EF4-FFF2-40B4-BE49-F238E27FC236}">
                <a16:creationId xmlns:a16="http://schemas.microsoft.com/office/drawing/2014/main" id="{1A1F951D-25E9-C383-C8D5-711DB984F280}"/>
              </a:ext>
            </a:extLst>
          </p:cNvPr>
          <p:cNvSpPr/>
          <p:nvPr/>
        </p:nvSpPr>
        <p:spPr>
          <a:xfrm>
            <a:off x="1271909" y="2383140"/>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a typeface="微软雅黑" panose="020B0503020204020204" pitchFamily="34" charset="-122"/>
              <a:sym typeface="+mn-lt"/>
            </a:endParaRPr>
          </a:p>
        </p:txBody>
      </p:sp>
      <p:sp>
        <p:nvSpPr>
          <p:cNvPr id="18" name="freeform3">
            <a:extLst>
              <a:ext uri="{FF2B5EF4-FFF2-40B4-BE49-F238E27FC236}">
                <a16:creationId xmlns:a16="http://schemas.microsoft.com/office/drawing/2014/main" id="{93B88F72-7D14-5B6C-B6BD-767A7506E771}"/>
              </a:ext>
            </a:extLst>
          </p:cNvPr>
          <p:cNvSpPr/>
          <p:nvPr/>
        </p:nvSpPr>
        <p:spPr>
          <a:xfrm>
            <a:off x="1332436" y="2443667"/>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9" name="文本框 18">
            <a:extLst>
              <a:ext uri="{FF2B5EF4-FFF2-40B4-BE49-F238E27FC236}">
                <a16:creationId xmlns:a16="http://schemas.microsoft.com/office/drawing/2014/main" id="{C170D331-EF63-BBA2-29BF-B4162A98DC0D}"/>
              </a:ext>
            </a:extLst>
          </p:cNvPr>
          <p:cNvSpPr txBox="1"/>
          <p:nvPr/>
        </p:nvSpPr>
        <p:spPr>
          <a:xfrm>
            <a:off x="1300709" y="1920567"/>
            <a:ext cx="3624182"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1</a:t>
            </a:r>
            <a:r>
              <a:rPr lang="zh-CN" altLang="en-US" sz="1600" b="1" kern="0" dirty="0">
                <a:solidFill>
                  <a:srgbClr val="002060"/>
                </a:solidFill>
                <a:latin typeface="思源黑体 CN Bold" panose="020B0800000000000000" pitchFamily="34" charset="-122"/>
                <a:ea typeface="思源黑体 CN Bold" panose="020B0800000000000000" pitchFamily="34" charset="-122"/>
              </a:rPr>
              <a:t>、仿真环境构建与算法迁移</a:t>
            </a:r>
          </a:p>
        </p:txBody>
      </p:sp>
      <p:grpSp>
        <p:nvGrpSpPr>
          <p:cNvPr id="20" name="组合 19">
            <a:extLst>
              <a:ext uri="{FF2B5EF4-FFF2-40B4-BE49-F238E27FC236}">
                <a16:creationId xmlns:a16="http://schemas.microsoft.com/office/drawing/2014/main" id="{BCE00340-69DB-AFEB-6D39-BE20F03496D1}"/>
              </a:ext>
            </a:extLst>
          </p:cNvPr>
          <p:cNvGrpSpPr/>
          <p:nvPr/>
        </p:nvGrpSpPr>
        <p:grpSpPr>
          <a:xfrm>
            <a:off x="1311038" y="2634147"/>
            <a:ext cx="2438402" cy="1004760"/>
            <a:chOff x="1295397" y="2843081"/>
            <a:chExt cx="2438402" cy="1004760"/>
          </a:xfrm>
        </p:grpSpPr>
        <p:sp>
          <p:nvSpPr>
            <p:cNvPr id="21" name="椭圆 20">
              <a:extLst>
                <a:ext uri="{FF2B5EF4-FFF2-40B4-BE49-F238E27FC236}">
                  <a16:creationId xmlns:a16="http://schemas.microsoft.com/office/drawing/2014/main" id="{70765CAB-16DE-2EA5-CADB-FC97B2FBE75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2" name="矩形 21">
              <a:extLst>
                <a:ext uri="{FF2B5EF4-FFF2-40B4-BE49-F238E27FC236}">
                  <a16:creationId xmlns:a16="http://schemas.microsoft.com/office/drawing/2014/main" id="{3D957664-3C96-72C1-1B74-1472CCE994E9}"/>
                </a:ext>
              </a:extLst>
            </p:cNvPr>
            <p:cNvSpPr/>
            <p:nvPr/>
          </p:nvSpPr>
          <p:spPr>
            <a:xfrm>
              <a:off x="1380293" y="2843081"/>
              <a:ext cx="2353506" cy="1004760"/>
            </a:xfrm>
            <a:prstGeom prst="rect">
              <a:avLst/>
            </a:prstGeom>
          </p:spPr>
          <p:txBody>
            <a:bodyPr wrap="square" lIns="68578" tIns="34289" rIns="68578" bIns="34289">
              <a:spAutoFit/>
            </a:bodyPr>
            <a:lstStyle/>
            <a:p>
              <a:pPr lvl="0" defTabSz="914400">
                <a:lnSpc>
                  <a:spcPct val="150000"/>
                </a:lnSpc>
                <a:defRPr/>
              </a:pPr>
              <a:r>
                <a:rPr lang="zh-CN" altLang="en-US" sz="1400" dirty="0"/>
                <a:t>基于 </a:t>
              </a:r>
              <a:r>
                <a:rPr lang="en-US" altLang="zh-CN" sz="1400" dirty="0"/>
                <a:t>SolidWorks </a:t>
              </a:r>
              <a:r>
                <a:rPr lang="zh-CN" altLang="en-US" sz="1400" dirty="0"/>
                <a:t>模型，在 </a:t>
              </a:r>
              <a:r>
                <a:rPr lang="en-US" altLang="zh-CN" sz="1400" dirty="0" err="1"/>
                <a:t>MuJoCo</a:t>
              </a:r>
              <a:r>
                <a:rPr lang="en-US" altLang="zh-CN" sz="1400" dirty="0"/>
                <a:t> </a:t>
              </a:r>
              <a:r>
                <a:rPr lang="zh-CN" altLang="en-US" sz="1400" dirty="0"/>
                <a:t>中重构机器人描述文件 </a:t>
              </a:r>
              <a:r>
                <a:rPr lang="en-US" altLang="zh-CN" sz="1400" dirty="0"/>
                <a:t>(URDF/MJCF)</a:t>
              </a:r>
              <a:r>
                <a:rPr lang="zh-CN" altLang="en-US" sz="1400" dirty="0"/>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23" name="组合 22">
            <a:extLst>
              <a:ext uri="{FF2B5EF4-FFF2-40B4-BE49-F238E27FC236}">
                <a16:creationId xmlns:a16="http://schemas.microsoft.com/office/drawing/2014/main" id="{AAFC8DAC-5192-B713-ADCA-69BBEFEFEA65}"/>
              </a:ext>
            </a:extLst>
          </p:cNvPr>
          <p:cNvGrpSpPr/>
          <p:nvPr/>
        </p:nvGrpSpPr>
        <p:grpSpPr>
          <a:xfrm>
            <a:off x="1271909" y="3638907"/>
            <a:ext cx="2438402" cy="1004760"/>
            <a:chOff x="1295397" y="2843081"/>
            <a:chExt cx="2438402" cy="1004760"/>
          </a:xfrm>
        </p:grpSpPr>
        <p:sp>
          <p:nvSpPr>
            <p:cNvPr id="24" name="椭圆 23">
              <a:extLst>
                <a:ext uri="{FF2B5EF4-FFF2-40B4-BE49-F238E27FC236}">
                  <a16:creationId xmlns:a16="http://schemas.microsoft.com/office/drawing/2014/main" id="{E2EA1668-42AF-E158-221A-67A13BE841E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a typeface="微软雅黑" panose="020B0503020204020204" pitchFamily="34" charset="-122"/>
              </a:endParaRPr>
            </a:p>
          </p:txBody>
        </p:sp>
        <p:sp>
          <p:nvSpPr>
            <p:cNvPr id="25" name="矩形 24">
              <a:extLst>
                <a:ext uri="{FF2B5EF4-FFF2-40B4-BE49-F238E27FC236}">
                  <a16:creationId xmlns:a16="http://schemas.microsoft.com/office/drawing/2014/main" id="{79E5F6F2-CB78-268D-9E94-E088EE62D4D5}"/>
                </a:ext>
              </a:extLst>
            </p:cNvPr>
            <p:cNvSpPr/>
            <p:nvPr/>
          </p:nvSpPr>
          <p:spPr>
            <a:xfrm>
              <a:off x="1380293" y="2843081"/>
              <a:ext cx="2353506" cy="1004760"/>
            </a:xfrm>
            <a:prstGeom prst="rect">
              <a:avLst/>
            </a:prstGeom>
          </p:spPr>
          <p:txBody>
            <a:bodyPr wrap="square" lIns="68578" tIns="34289" rIns="68578" bIns="34289">
              <a:spAutoFit/>
            </a:bodyPr>
            <a:lstStyle/>
            <a:p>
              <a:pPr lvl="0" defTabSz="914400">
                <a:lnSpc>
                  <a:spcPct val="150000"/>
                </a:lnSpc>
                <a:defRPr/>
              </a:pPr>
              <a:r>
                <a:rPr lang="zh-CN" altLang="en-US" sz="1400" dirty="0"/>
                <a:t>将现有的 </a:t>
              </a:r>
              <a:r>
                <a:rPr lang="en-US" altLang="zh-CN" sz="1400" dirty="0"/>
                <a:t>Python LQR + VMC </a:t>
              </a:r>
              <a:r>
                <a:rPr lang="zh-CN" altLang="en-US" sz="1400" dirty="0"/>
                <a:t>控制逻辑移植到 </a:t>
              </a:r>
              <a:r>
                <a:rPr lang="en-US" altLang="zh-CN" sz="1400" dirty="0" err="1"/>
                <a:t>MuJoCo</a:t>
              </a:r>
              <a:r>
                <a:rPr lang="en-US" altLang="zh-CN" sz="1400" dirty="0"/>
                <a:t> </a:t>
              </a:r>
              <a:r>
                <a:rPr lang="zh-CN" altLang="en-US" sz="1400" dirty="0"/>
                <a:t>环境中；</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
        <p:nvSpPr>
          <p:cNvPr id="36" name="椭圆 35">
            <a:extLst>
              <a:ext uri="{FF2B5EF4-FFF2-40B4-BE49-F238E27FC236}">
                <a16:creationId xmlns:a16="http://schemas.microsoft.com/office/drawing/2014/main" id="{0A0E18C5-DF85-AB8E-0870-C690FAF1688B}"/>
              </a:ext>
            </a:extLst>
          </p:cNvPr>
          <p:cNvSpPr/>
          <p:nvPr/>
        </p:nvSpPr>
        <p:spPr>
          <a:xfrm>
            <a:off x="4958595" y="2361202"/>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37" name="freeform3">
            <a:extLst>
              <a:ext uri="{FF2B5EF4-FFF2-40B4-BE49-F238E27FC236}">
                <a16:creationId xmlns:a16="http://schemas.microsoft.com/office/drawing/2014/main" id="{588546FF-19D4-9D00-EB2E-1E6913B045F0}"/>
              </a:ext>
            </a:extLst>
          </p:cNvPr>
          <p:cNvSpPr/>
          <p:nvPr/>
        </p:nvSpPr>
        <p:spPr>
          <a:xfrm>
            <a:off x="5019226" y="2419667"/>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38" name="文本框 37">
            <a:extLst>
              <a:ext uri="{FF2B5EF4-FFF2-40B4-BE49-F238E27FC236}">
                <a16:creationId xmlns:a16="http://schemas.microsoft.com/office/drawing/2014/main" id="{7F4A186C-6261-388B-797B-6BC9AA664B69}"/>
              </a:ext>
            </a:extLst>
          </p:cNvPr>
          <p:cNvSpPr txBox="1"/>
          <p:nvPr/>
        </p:nvSpPr>
        <p:spPr>
          <a:xfrm>
            <a:off x="4958595" y="1905957"/>
            <a:ext cx="3066519"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2</a:t>
            </a:r>
            <a:r>
              <a:rPr lang="zh-CN" altLang="en-US" sz="1600" b="1" kern="0" dirty="0">
                <a:solidFill>
                  <a:srgbClr val="002060"/>
                </a:solidFill>
                <a:latin typeface="思源黑体 CN Bold" panose="020B0800000000000000" pitchFamily="34" charset="-122"/>
                <a:ea typeface="思源黑体 CN Bold" panose="020B0800000000000000" pitchFamily="34" charset="-122"/>
              </a:rPr>
              <a:t>、实机部署准备与代码重构</a:t>
            </a:r>
          </a:p>
        </p:txBody>
      </p:sp>
      <p:grpSp>
        <p:nvGrpSpPr>
          <p:cNvPr id="39" name="组合 38">
            <a:extLst>
              <a:ext uri="{FF2B5EF4-FFF2-40B4-BE49-F238E27FC236}">
                <a16:creationId xmlns:a16="http://schemas.microsoft.com/office/drawing/2014/main" id="{71BE6A87-CB68-3BA7-FD26-BDFA24957353}"/>
              </a:ext>
            </a:extLst>
          </p:cNvPr>
          <p:cNvGrpSpPr/>
          <p:nvPr/>
        </p:nvGrpSpPr>
        <p:grpSpPr>
          <a:xfrm>
            <a:off x="5033348" y="2639139"/>
            <a:ext cx="2394361" cy="1327926"/>
            <a:chOff x="1295397" y="2843081"/>
            <a:chExt cx="2394361" cy="1327926"/>
          </a:xfrm>
        </p:grpSpPr>
        <p:sp>
          <p:nvSpPr>
            <p:cNvPr id="40" name="椭圆 39">
              <a:extLst>
                <a:ext uri="{FF2B5EF4-FFF2-40B4-BE49-F238E27FC236}">
                  <a16:creationId xmlns:a16="http://schemas.microsoft.com/office/drawing/2014/main" id="{72162E78-026D-A6E2-6231-111B03A3C050}"/>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1" name="矩形 40">
              <a:extLst>
                <a:ext uri="{FF2B5EF4-FFF2-40B4-BE49-F238E27FC236}">
                  <a16:creationId xmlns:a16="http://schemas.microsoft.com/office/drawing/2014/main" id="{A8A73479-F911-B9C9-1CC7-67A1E5E36DA4}"/>
                </a:ext>
              </a:extLst>
            </p:cNvPr>
            <p:cNvSpPr/>
            <p:nvPr/>
          </p:nvSpPr>
          <p:spPr>
            <a:xfrm>
              <a:off x="1380293" y="2843081"/>
              <a:ext cx="2309465" cy="1327926"/>
            </a:xfrm>
            <a:prstGeom prst="rect">
              <a:avLst/>
            </a:prstGeom>
          </p:spPr>
          <p:txBody>
            <a:bodyPr wrap="square" lIns="68578" tIns="34289" rIns="68578" bIns="34289">
              <a:spAutoFit/>
            </a:bodyPr>
            <a:lstStyle/>
            <a:p>
              <a:pPr lvl="0" defTabSz="914400">
                <a:lnSpc>
                  <a:spcPct val="150000"/>
                </a:lnSpc>
                <a:defRPr/>
              </a:pPr>
              <a:r>
                <a:rPr lang="zh-CN" altLang="en-US" sz="1400" dirty="0"/>
                <a:t>使用 </a:t>
              </a:r>
              <a:r>
                <a:rPr lang="en-US" altLang="zh-CN" sz="1400" dirty="0"/>
                <a:t>C++ </a:t>
              </a:r>
              <a:r>
                <a:rPr lang="zh-CN" altLang="en-US" sz="1400" dirty="0"/>
                <a:t>重构控制算法，利用 </a:t>
              </a:r>
              <a:r>
                <a:rPr lang="en-US" altLang="zh-CN" sz="1400" dirty="0" err="1"/>
                <a:t>MuJoCo</a:t>
              </a:r>
              <a:r>
                <a:rPr lang="en-US" altLang="zh-CN" sz="1400" dirty="0"/>
                <a:t> </a:t>
              </a:r>
              <a:r>
                <a:rPr lang="zh-CN" altLang="en-US" sz="1400" dirty="0"/>
                <a:t>的原生 </a:t>
              </a:r>
              <a:r>
                <a:rPr lang="en-US" altLang="zh-CN" sz="1400" dirty="0"/>
                <a:t>C API </a:t>
              </a:r>
              <a:r>
                <a:rPr lang="zh-CN" altLang="en-US" sz="1400" dirty="0"/>
                <a:t>进行仿真验证，确保仿真代码与实机代码的“同源性”</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a:extLst>
              <a:ext uri="{FF2B5EF4-FFF2-40B4-BE49-F238E27FC236}">
                <a16:creationId xmlns:a16="http://schemas.microsoft.com/office/drawing/2014/main" id="{C2062DE8-DDD8-3098-B622-9F49D5ED0AAB}"/>
              </a:ext>
            </a:extLst>
          </p:cNvPr>
          <p:cNvGrpSpPr/>
          <p:nvPr/>
        </p:nvGrpSpPr>
        <p:grpSpPr>
          <a:xfrm>
            <a:off x="5033348" y="3989005"/>
            <a:ext cx="2438402" cy="1327477"/>
            <a:chOff x="1295397" y="2843081"/>
            <a:chExt cx="2438402" cy="1327477"/>
          </a:xfrm>
        </p:grpSpPr>
        <p:sp>
          <p:nvSpPr>
            <p:cNvPr id="43" name="椭圆 42">
              <a:extLst>
                <a:ext uri="{FF2B5EF4-FFF2-40B4-BE49-F238E27FC236}">
                  <a16:creationId xmlns:a16="http://schemas.microsoft.com/office/drawing/2014/main" id="{B8FA82B1-CC3A-C848-82B4-FA625531E948}"/>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4" name="矩形 43">
              <a:extLst>
                <a:ext uri="{FF2B5EF4-FFF2-40B4-BE49-F238E27FC236}">
                  <a16:creationId xmlns:a16="http://schemas.microsoft.com/office/drawing/2014/main" id="{1CC45E7A-BD9E-701F-CE8D-F3A222D392B4}"/>
                </a:ext>
              </a:extLst>
            </p:cNvPr>
            <p:cNvSpPr/>
            <p:nvPr/>
          </p:nvSpPr>
          <p:spPr>
            <a:xfrm>
              <a:off x="1380293" y="2843081"/>
              <a:ext cx="2353506" cy="1327477"/>
            </a:xfrm>
            <a:prstGeom prst="rect">
              <a:avLst/>
            </a:prstGeom>
          </p:spPr>
          <p:txBody>
            <a:bodyPr wrap="square" lIns="68578" tIns="34289" rIns="68578" bIns="34289">
              <a:spAutoFit/>
            </a:bodyPr>
            <a:lstStyle/>
            <a:p>
              <a:pPr lvl="0" defTabSz="914400">
                <a:lnSpc>
                  <a:spcPct val="150000"/>
                </a:lnSpc>
                <a:defRPr/>
              </a:pPr>
              <a:r>
                <a:rPr lang="zh-CN" altLang="en-US" sz="1400" dirty="0"/>
                <a:t>采集真机运行数据，反向优化仿真环境中的物理参数，最大限度缩小 </a:t>
              </a:r>
              <a:r>
                <a:rPr lang="en-US" altLang="zh-CN" sz="1400" dirty="0"/>
                <a:t>Sim-to-Real Gap</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
        <p:nvSpPr>
          <p:cNvPr id="48" name="椭圆 47">
            <a:extLst>
              <a:ext uri="{FF2B5EF4-FFF2-40B4-BE49-F238E27FC236}">
                <a16:creationId xmlns:a16="http://schemas.microsoft.com/office/drawing/2014/main" id="{EB04E4BF-4404-1256-6426-D284AD958A3F}"/>
              </a:ext>
            </a:extLst>
          </p:cNvPr>
          <p:cNvSpPr/>
          <p:nvPr/>
        </p:nvSpPr>
        <p:spPr>
          <a:xfrm>
            <a:off x="8645488" y="2380186"/>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49" name="freeform3">
            <a:extLst>
              <a:ext uri="{FF2B5EF4-FFF2-40B4-BE49-F238E27FC236}">
                <a16:creationId xmlns:a16="http://schemas.microsoft.com/office/drawing/2014/main" id="{3CAD6797-6CA7-E149-F579-5DC6C5A20742}"/>
              </a:ext>
            </a:extLst>
          </p:cNvPr>
          <p:cNvSpPr/>
          <p:nvPr/>
        </p:nvSpPr>
        <p:spPr>
          <a:xfrm>
            <a:off x="8706015" y="2440713"/>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50" name="文本框 49">
            <a:extLst>
              <a:ext uri="{FF2B5EF4-FFF2-40B4-BE49-F238E27FC236}">
                <a16:creationId xmlns:a16="http://schemas.microsoft.com/office/drawing/2014/main" id="{59D00D3D-852F-0E47-6088-266C0B7984DB}"/>
              </a:ext>
            </a:extLst>
          </p:cNvPr>
          <p:cNvSpPr txBox="1"/>
          <p:nvPr/>
        </p:nvSpPr>
        <p:spPr>
          <a:xfrm>
            <a:off x="8671136" y="1902619"/>
            <a:ext cx="2703489"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3</a:t>
            </a:r>
            <a:r>
              <a:rPr lang="zh-CN" altLang="en-US" sz="1600" b="1" kern="0" dirty="0">
                <a:solidFill>
                  <a:srgbClr val="002060"/>
                </a:solidFill>
                <a:latin typeface="思源黑体 CN Bold" panose="020B0800000000000000" pitchFamily="34" charset="-122"/>
                <a:ea typeface="思源黑体 CN Bold" panose="020B0800000000000000" pitchFamily="34" charset="-122"/>
              </a:rPr>
              <a:t>、先进控制算法探索</a:t>
            </a:r>
          </a:p>
        </p:txBody>
      </p:sp>
      <p:grpSp>
        <p:nvGrpSpPr>
          <p:cNvPr id="51" name="组合 50">
            <a:extLst>
              <a:ext uri="{FF2B5EF4-FFF2-40B4-BE49-F238E27FC236}">
                <a16:creationId xmlns:a16="http://schemas.microsoft.com/office/drawing/2014/main" id="{0850CB79-803A-BC1B-A6A9-7961782936A7}"/>
              </a:ext>
            </a:extLst>
          </p:cNvPr>
          <p:cNvGrpSpPr/>
          <p:nvPr/>
        </p:nvGrpSpPr>
        <p:grpSpPr>
          <a:xfrm>
            <a:off x="8684617" y="2631193"/>
            <a:ext cx="2438402" cy="1004760"/>
            <a:chOff x="1295397" y="2843081"/>
            <a:chExt cx="2438402" cy="1004760"/>
          </a:xfrm>
        </p:grpSpPr>
        <p:sp>
          <p:nvSpPr>
            <p:cNvPr id="52" name="椭圆 51">
              <a:extLst>
                <a:ext uri="{FF2B5EF4-FFF2-40B4-BE49-F238E27FC236}">
                  <a16:creationId xmlns:a16="http://schemas.microsoft.com/office/drawing/2014/main" id="{020E6CFB-9129-27B1-666F-92BF48719F0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3" name="矩形 52">
              <a:extLst>
                <a:ext uri="{FF2B5EF4-FFF2-40B4-BE49-F238E27FC236}">
                  <a16:creationId xmlns:a16="http://schemas.microsoft.com/office/drawing/2014/main" id="{8C6A24E7-9C11-CA4D-421C-935703C3D73A}"/>
                </a:ext>
              </a:extLst>
            </p:cNvPr>
            <p:cNvSpPr/>
            <p:nvPr/>
          </p:nvSpPr>
          <p:spPr>
            <a:xfrm>
              <a:off x="1380293" y="2843081"/>
              <a:ext cx="2353506" cy="1004760"/>
            </a:xfrm>
            <a:prstGeom prst="rect">
              <a:avLst/>
            </a:prstGeom>
          </p:spPr>
          <p:txBody>
            <a:bodyPr wrap="square" lIns="68578" tIns="34289" rIns="68578" bIns="34289">
              <a:spAutoFit/>
            </a:bodyPr>
            <a:lstStyle/>
            <a:p>
              <a:pPr lvl="0" defTabSz="914400">
                <a:lnSpc>
                  <a:spcPct val="150000"/>
                </a:lnSpc>
                <a:defRPr/>
              </a:pPr>
              <a:r>
                <a:rPr lang="zh-CN" altLang="en-US" sz="1400" dirty="0"/>
                <a:t>利用 </a:t>
              </a:r>
              <a:r>
                <a:rPr lang="en-US" altLang="zh-CN" sz="1400" dirty="0" err="1"/>
                <a:t>MuJoCo</a:t>
              </a:r>
              <a:r>
                <a:rPr lang="en-US" altLang="zh-CN" sz="1400" dirty="0"/>
                <a:t> </a:t>
              </a:r>
              <a:r>
                <a:rPr lang="zh-CN" altLang="en-US" sz="1400" dirty="0"/>
                <a:t>的并行计算优势，基于 </a:t>
              </a:r>
              <a:r>
                <a:rPr lang="en-US" altLang="zh-CN" sz="1400" dirty="0"/>
                <a:t>PPO </a:t>
              </a:r>
              <a:r>
                <a:rPr lang="zh-CN" altLang="en-US" sz="1400" dirty="0"/>
                <a:t>或 </a:t>
              </a:r>
              <a:r>
                <a:rPr lang="en-US" altLang="zh-CN" sz="1400" dirty="0"/>
                <a:t>SAC </a:t>
              </a:r>
              <a:r>
                <a:rPr lang="zh-CN" altLang="en-US" sz="1400" dirty="0"/>
                <a:t>算法训练端到端的控制策略</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a:extLst>
              <a:ext uri="{FF2B5EF4-FFF2-40B4-BE49-F238E27FC236}">
                <a16:creationId xmlns:a16="http://schemas.microsoft.com/office/drawing/2014/main" id="{A39901EB-9173-701B-7E52-108DAE74EF95}"/>
              </a:ext>
            </a:extLst>
          </p:cNvPr>
          <p:cNvGrpSpPr/>
          <p:nvPr/>
        </p:nvGrpSpPr>
        <p:grpSpPr>
          <a:xfrm>
            <a:off x="8671136" y="3711231"/>
            <a:ext cx="2438402" cy="1327926"/>
            <a:chOff x="1295397" y="2843081"/>
            <a:chExt cx="2438402" cy="1327926"/>
          </a:xfrm>
        </p:grpSpPr>
        <p:sp>
          <p:nvSpPr>
            <p:cNvPr id="55" name="椭圆 54">
              <a:extLst>
                <a:ext uri="{FF2B5EF4-FFF2-40B4-BE49-F238E27FC236}">
                  <a16:creationId xmlns:a16="http://schemas.microsoft.com/office/drawing/2014/main" id="{CB16A200-DD10-321B-5C49-F1833A029B9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6" name="矩形 55">
              <a:extLst>
                <a:ext uri="{FF2B5EF4-FFF2-40B4-BE49-F238E27FC236}">
                  <a16:creationId xmlns:a16="http://schemas.microsoft.com/office/drawing/2014/main" id="{A5CAAEF0-4655-ED4E-9348-863233F17C2E}"/>
                </a:ext>
              </a:extLst>
            </p:cNvPr>
            <p:cNvSpPr/>
            <p:nvPr/>
          </p:nvSpPr>
          <p:spPr>
            <a:xfrm>
              <a:off x="1380293" y="2843081"/>
              <a:ext cx="2353506" cy="1327926"/>
            </a:xfrm>
            <a:prstGeom prst="rect">
              <a:avLst/>
            </a:prstGeom>
          </p:spPr>
          <p:txBody>
            <a:bodyPr wrap="square" lIns="68578" tIns="34289" rIns="68578" bIns="34289">
              <a:spAutoFit/>
            </a:bodyPr>
            <a:lstStyle/>
            <a:p>
              <a:pPr lvl="0" defTabSz="914400">
                <a:lnSpc>
                  <a:spcPct val="150000"/>
                </a:lnSpc>
                <a:defRPr/>
              </a:pPr>
              <a:r>
                <a:rPr lang="zh-CN" altLang="en-US" sz="1400" dirty="0"/>
                <a:t>针对双轮足机器人的非最小相位特性，引入 </a:t>
              </a:r>
              <a:r>
                <a:rPr lang="en-US" altLang="zh-CN" sz="1400" dirty="0"/>
                <a:t>MPC </a:t>
              </a:r>
              <a:r>
                <a:rPr lang="zh-CN" altLang="en-US" sz="1400" dirty="0"/>
                <a:t>替代部分 </a:t>
              </a:r>
              <a:r>
                <a:rPr lang="en-US" altLang="zh-CN" sz="1400" dirty="0"/>
                <a:t>LQR </a:t>
              </a:r>
              <a:r>
                <a:rPr lang="zh-CN" altLang="en-US" sz="1400" dirty="0"/>
                <a:t>逻辑，以实现更优的动态轨迹跟踪和抗扰动能力</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pic>
        <p:nvPicPr>
          <p:cNvPr id="2" name="图片 1">
            <a:extLst>
              <a:ext uri="{FF2B5EF4-FFF2-40B4-BE49-F238E27FC236}">
                <a16:creationId xmlns:a16="http://schemas.microsoft.com/office/drawing/2014/main" id="{0F8EDC37-A3E8-A41F-7284-69E4E22C9AE5}"/>
              </a:ext>
            </a:extLst>
          </p:cNvPr>
          <p:cNvPicPr>
            <a:picLocks noChangeAspect="1"/>
          </p:cNvPicPr>
          <p:nvPr/>
        </p:nvPicPr>
        <p:blipFill>
          <a:blip r:embed="rId3"/>
          <a:stretch>
            <a:fillRect/>
          </a:stretch>
        </p:blipFill>
        <p:spPr>
          <a:xfrm>
            <a:off x="11485962" y="642257"/>
            <a:ext cx="696313" cy="332187"/>
          </a:xfrm>
          <a:prstGeom prst="rect">
            <a:avLst/>
          </a:prstGeom>
        </p:spPr>
      </p:pic>
    </p:spTree>
    <p:extLst>
      <p:ext uri="{BB962C8B-B14F-4D97-AF65-F5344CB8AC3E}">
        <p14:creationId xmlns:p14="http://schemas.microsoft.com/office/powerpoint/2010/main" val="19638665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2433-1B73-A64B-D7FF-228CFDB9E691}"/>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B141E280-0904-67E8-6569-8994F5043DE1}"/>
              </a:ext>
            </a:extLst>
          </p:cNvPr>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B215D104-4034-1523-CB71-05A069D9E0BB}"/>
              </a:ext>
            </a:extLst>
          </p:cNvPr>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a:extLst>
              <a:ext uri="{FF2B5EF4-FFF2-40B4-BE49-F238E27FC236}">
                <a16:creationId xmlns:a16="http://schemas.microsoft.com/office/drawing/2014/main" id="{DD760F2E-6D0C-D4FD-FE70-148051C5C764}"/>
              </a:ext>
            </a:extLst>
          </p:cNvPr>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请各位老师批评指正！</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26C442DC-49BB-31D3-90D4-6AF0CE984409}"/>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a:t>
            </a:r>
            <a:r>
              <a:rPr lang="zh-CN" altLang="en-US" sz="2800" b="1">
                <a:solidFill>
                  <a:srgbClr val="002060"/>
                </a:solidFill>
                <a:latin typeface="微软雅黑" panose="020B0503020204020204" pitchFamily="34" charset="-122"/>
                <a:ea typeface="微软雅黑" panose="020B0503020204020204" pitchFamily="34" charset="-122"/>
                <a:cs typeface="Arial" panose="020B0604020202020204" pitchFamily="34" charset="0"/>
              </a:rPr>
              <a:t>本科生毕业设计中期答辩</a:t>
            </a:r>
            <a:endPar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6" name="组合 5">
            <a:extLst>
              <a:ext uri="{FF2B5EF4-FFF2-40B4-BE49-F238E27FC236}">
                <a16:creationId xmlns:a16="http://schemas.microsoft.com/office/drawing/2014/main" id="{8974283E-130F-D55A-74FC-33A80006CD91}"/>
              </a:ext>
            </a:extLst>
          </p:cNvPr>
          <p:cNvGrpSpPr/>
          <p:nvPr/>
        </p:nvGrpSpPr>
        <p:grpSpPr>
          <a:xfrm>
            <a:off x="4383338" y="5066917"/>
            <a:ext cx="7154920" cy="954107"/>
            <a:chOff x="3952414" y="4777882"/>
            <a:chExt cx="7154920" cy="954107"/>
          </a:xfrm>
        </p:grpSpPr>
        <p:sp>
          <p:nvSpPr>
            <p:cNvPr id="15" name="文本框 14">
              <a:extLst>
                <a:ext uri="{FF2B5EF4-FFF2-40B4-BE49-F238E27FC236}">
                  <a16:creationId xmlns:a16="http://schemas.microsoft.com/office/drawing/2014/main" id="{593FD386-B205-5EC5-C323-A302BED080CE}"/>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B7EC9968-39DE-9698-DFAA-03EBEA49F4AF}"/>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pic>
        <p:nvPicPr>
          <p:cNvPr id="17" name="图片 16">
            <a:extLst>
              <a:ext uri="{FF2B5EF4-FFF2-40B4-BE49-F238E27FC236}">
                <a16:creationId xmlns:a16="http://schemas.microsoft.com/office/drawing/2014/main" id="{658F08FC-5390-D1C8-8DFD-C6AFCDDA5D0A}"/>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extLst>
      <p:ext uri="{BB962C8B-B14F-4D97-AF65-F5344CB8AC3E}">
        <p14:creationId xmlns:p14="http://schemas.microsoft.com/office/powerpoint/2010/main" val="198383205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11023</TotalTime>
  <Words>903</Words>
  <Application>Microsoft Office PowerPoint</Application>
  <PresentationFormat>宽屏</PresentationFormat>
  <Paragraphs>136</Paragraphs>
  <Slides>16</Slides>
  <Notes>16</Notes>
  <HiddenSlides>0</HiddenSlides>
  <MMClips>2</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16</vt:i4>
      </vt:variant>
    </vt:vector>
  </HeadingPairs>
  <TitlesOfParts>
    <vt:vector size="26" baseType="lpstr">
      <vt:lpstr>等线</vt:lpstr>
      <vt:lpstr>等线 Light</vt:lpstr>
      <vt:lpstr>思源黑体 CN Bold</vt:lpstr>
      <vt:lpstr>微软雅黑</vt:lpstr>
      <vt:lpstr>Arial</vt:lpstr>
      <vt:lpstr>Calibri</vt:lpstr>
      <vt:lpstr>Calibri Light</vt:lpstr>
      <vt:lpstr>Times New Roman</vt:lpstr>
      <vt:lpstr>Office 主题​​</vt:lpstr>
      <vt:lpstr>自定义设计方案</vt:lpstr>
      <vt:lpstr>PowerPoint 演示文稿</vt:lpstr>
      <vt:lpstr>PowerPoint 演示文稿</vt:lpstr>
      <vt:lpstr>PowerPoint 演示文稿</vt:lpstr>
      <vt:lpstr>研究内容及技术路线</vt:lpstr>
      <vt:lpstr>PowerPoint 演示文稿</vt:lpstr>
      <vt:lpstr>研究工作进展</vt:lpstr>
      <vt:lpstr>PowerPoint 演示文稿</vt:lpstr>
      <vt:lpstr>研究工作进展</vt:lpstr>
      <vt:lpstr>研究工作进展</vt:lpstr>
      <vt:lpstr>研究工作进展</vt:lpstr>
      <vt:lpstr>研究工作进展</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佳轩 杨</cp:lastModifiedBy>
  <cp:revision>2025</cp:revision>
  <cp:lastPrinted>2024-04-20T12:37:04Z</cp:lastPrinted>
  <dcterms:created xsi:type="dcterms:W3CDTF">2020-07-30T10:43:00Z</dcterms:created>
  <dcterms:modified xsi:type="dcterms:W3CDTF">2026-01-06T02:50:35Z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5360D7C9D578478392DF5B8A17F731F5</vt:lpwstr>
  </property>
  <property fmtid="{D5CDD505-2E9C-101B-9397-08002B2CF9AE}" pid="3" name="KSOProductBuildVer">
    <vt:lpwstr>2052-11.1.0.10938</vt:lpwstr>
  </property>
</Properties>
</file>