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28"/>
  </p:notesMasterIdLst>
  <p:sldIdLst>
    <p:sldId id="626" r:id="rId3"/>
    <p:sldId id="1927" r:id="rId4"/>
    <p:sldId id="2008" r:id="rId5"/>
    <p:sldId id="2009" r:id="rId6"/>
    <p:sldId id="2010" r:id="rId7"/>
    <p:sldId id="2011" r:id="rId8"/>
    <p:sldId id="1915" r:id="rId9"/>
    <p:sldId id="2012" r:id="rId10"/>
    <p:sldId id="1974" r:id="rId11"/>
    <p:sldId id="2013" r:id="rId12"/>
    <p:sldId id="2014" r:id="rId13"/>
    <p:sldId id="2015" r:id="rId14"/>
    <p:sldId id="1996" r:id="rId15"/>
    <p:sldId id="2005" r:id="rId16"/>
    <p:sldId id="2016" r:id="rId17"/>
    <p:sldId id="2017" r:id="rId18"/>
    <p:sldId id="2004" r:id="rId19"/>
    <p:sldId id="2018" r:id="rId20"/>
    <p:sldId id="2020" r:id="rId21"/>
    <p:sldId id="2019" r:id="rId22"/>
    <p:sldId id="2006" r:id="rId23"/>
    <p:sldId id="2007" r:id="rId24"/>
    <p:sldId id="1986" r:id="rId25"/>
    <p:sldId id="1993" r:id="rId26"/>
    <p:sldId id="1920" r:id="rId27"/>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C00000"/>
    <a:srgbClr val="DDDDDD"/>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7000C0-1068-4E4C-BAC1-C20CDB7000B1}" v="271" dt="2026-05-26T03:49:29.01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22" autoAdjust="0"/>
    <p:restoredTop sz="93899" autoAdjust="0"/>
  </p:normalViewPr>
  <p:slideViewPr>
    <p:cSldViewPr snapToGrid="0">
      <p:cViewPr varScale="1">
        <p:scale>
          <a:sx n="88" d="100"/>
          <a:sy n="88" d="100"/>
        </p:scale>
        <p:origin x="489" y="57"/>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轩 杨" userId="41200b734dca50d2" providerId="LiveId" clId="{7D17997F-4B30-4868-BF87-2CC9F4EE1198}"/>
    <pc:docChg chg="undo custSel addSld delSld modSld sldOrd">
      <pc:chgData name="佳轩 杨" userId="41200b734dca50d2" providerId="LiveId" clId="{7D17997F-4B30-4868-BF87-2CC9F4EE1198}" dt="2026-05-26T03:50:08.318" v="3799" actId="20577"/>
      <pc:docMkLst>
        <pc:docMk/>
      </pc:docMkLst>
      <pc:sldChg chg="modSp mod modTransition">
        <pc:chgData name="佳轩 杨" userId="41200b734dca50d2" providerId="LiveId" clId="{7D17997F-4B30-4868-BF87-2CC9F4EE1198}" dt="2026-05-26T03:19:13.771" v="3583"/>
        <pc:sldMkLst>
          <pc:docMk/>
          <pc:sldMk cId="0" sldId="626"/>
        </pc:sldMkLst>
        <pc:spChg chg="mod">
          <ac:chgData name="佳轩 杨" userId="41200b734dca50d2" providerId="LiveId" clId="{7D17997F-4B30-4868-BF87-2CC9F4EE1198}" dt="2026-05-25T15:12:05.679" v="3076" actId="1076"/>
          <ac:spMkLst>
            <pc:docMk/>
            <pc:sldMk cId="0" sldId="626"/>
            <ac:spMk id="7" creationId="{D91C4353-F6CF-033E-E55B-9343E672F0E4}"/>
          </ac:spMkLst>
        </pc:spChg>
      </pc:sldChg>
      <pc:sldChg chg="addSp delSp modSp mod">
        <pc:chgData name="佳轩 杨" userId="41200b734dca50d2" providerId="LiveId" clId="{7D17997F-4B30-4868-BF87-2CC9F4EE1198}" dt="2026-05-25T10:04:15.031" v="721" actId="20577"/>
        <pc:sldMkLst>
          <pc:docMk/>
          <pc:sldMk cId="1292409272" sldId="1915"/>
        </pc:sldMkLst>
        <pc:spChg chg="mod">
          <ac:chgData name="佳轩 杨" userId="41200b734dca50d2" providerId="LiveId" clId="{7D17997F-4B30-4868-BF87-2CC9F4EE1198}" dt="2026-05-25T07:08:17.495" v="345" actId="1076"/>
          <ac:spMkLst>
            <pc:docMk/>
            <pc:sldMk cId="1292409272" sldId="1915"/>
            <ac:spMk id="2" creationId="{9954D912-5456-A6C8-61E6-C96A9EE89B75}"/>
          </ac:spMkLst>
        </pc:spChg>
        <pc:spChg chg="mod">
          <ac:chgData name="佳轩 杨" userId="41200b734dca50d2" providerId="LiveId" clId="{7D17997F-4B30-4868-BF87-2CC9F4EE1198}" dt="2026-05-25T07:15:42.414" v="357" actId="1076"/>
          <ac:spMkLst>
            <pc:docMk/>
            <pc:sldMk cId="1292409272" sldId="1915"/>
            <ac:spMk id="3" creationId="{4DCE737E-592A-515B-C9DF-4E8E170A493A}"/>
          </ac:spMkLst>
        </pc:spChg>
        <pc:spChg chg="add mod">
          <ac:chgData name="佳轩 杨" userId="41200b734dca50d2" providerId="LiveId" clId="{7D17997F-4B30-4868-BF87-2CC9F4EE1198}" dt="2026-05-25T07:15:44.402" v="358" actId="1076"/>
          <ac:spMkLst>
            <pc:docMk/>
            <pc:sldMk cId="1292409272" sldId="1915"/>
            <ac:spMk id="5" creationId="{A9D32593-65E3-04D8-75C0-1AC26BB0E0A9}"/>
          </ac:spMkLst>
        </pc:spChg>
        <pc:spChg chg="mod">
          <ac:chgData name="佳轩 杨" userId="41200b734dca50d2" providerId="LiveId" clId="{7D17997F-4B30-4868-BF87-2CC9F4EE1198}" dt="2026-05-25T07:15:42.414" v="357" actId="1076"/>
          <ac:spMkLst>
            <pc:docMk/>
            <pc:sldMk cId="1292409272" sldId="1915"/>
            <ac:spMk id="8" creationId="{281D7E96-8B66-EB96-0092-5E1BAF63E86A}"/>
          </ac:spMkLst>
        </pc:spChg>
        <pc:spChg chg="mod">
          <ac:chgData name="佳轩 杨" userId="41200b734dca50d2" providerId="LiveId" clId="{7D17997F-4B30-4868-BF87-2CC9F4EE1198}" dt="2026-05-25T10:04:15.031" v="721" actId="20577"/>
          <ac:spMkLst>
            <pc:docMk/>
            <pc:sldMk cId="1292409272" sldId="1915"/>
            <ac:spMk id="9" creationId="{E1A487DE-A74B-08E6-0104-14CFA8ABC436}"/>
          </ac:spMkLst>
        </pc:spChg>
        <pc:picChg chg="add mod">
          <ac:chgData name="佳轩 杨" userId="41200b734dca50d2" providerId="LiveId" clId="{7D17997F-4B30-4868-BF87-2CC9F4EE1198}" dt="2026-05-25T07:15:34.396" v="354" actId="1076"/>
          <ac:picMkLst>
            <pc:docMk/>
            <pc:sldMk cId="1292409272" sldId="1915"/>
            <ac:picMk id="4" creationId="{BF31E266-B323-2C7C-DD8E-22CCD2A18388}"/>
          </ac:picMkLst>
        </pc:picChg>
        <pc:picChg chg="del">
          <ac:chgData name="佳轩 杨" userId="41200b734dca50d2" providerId="LiveId" clId="{7D17997F-4B30-4868-BF87-2CC9F4EE1198}" dt="2026-05-25T07:00:05.309" v="258" actId="478"/>
          <ac:picMkLst>
            <pc:docMk/>
            <pc:sldMk cId="1292409272" sldId="1915"/>
            <ac:picMk id="13" creationId="{1F893095-E75A-35CC-DDE5-A3A883CC9A89}"/>
          </ac:picMkLst>
        </pc:picChg>
      </pc:sldChg>
      <pc:sldChg chg="modSp mod">
        <pc:chgData name="佳轩 杨" userId="41200b734dca50d2" providerId="LiveId" clId="{7D17997F-4B30-4868-BF87-2CC9F4EE1198}" dt="2026-05-22T07:03:11.851" v="3" actId="20577"/>
        <pc:sldMkLst>
          <pc:docMk/>
          <pc:sldMk cId="1983832054" sldId="1920"/>
        </pc:sldMkLst>
        <pc:spChg chg="mod">
          <ac:chgData name="佳轩 杨" userId="41200b734dca50d2" providerId="LiveId" clId="{7D17997F-4B30-4868-BF87-2CC9F4EE1198}" dt="2026-05-22T07:03:11.851" v="3" actId="20577"/>
          <ac:spMkLst>
            <pc:docMk/>
            <pc:sldMk cId="1983832054" sldId="1920"/>
            <ac:spMk id="2" creationId="{26C442DC-49BB-31D3-90D4-6AF0CE984409}"/>
          </ac:spMkLst>
        </pc:spChg>
      </pc:sldChg>
      <pc:sldChg chg="addSp modSp mod">
        <pc:chgData name="佳轩 杨" userId="41200b734dca50d2" providerId="LiveId" clId="{7D17997F-4B30-4868-BF87-2CC9F4EE1198}" dt="2026-05-25T06:27:30.037" v="159" actId="20577"/>
        <pc:sldMkLst>
          <pc:docMk/>
          <pc:sldMk cId="488678346" sldId="1927"/>
        </pc:sldMkLst>
        <pc:spChg chg="add mod">
          <ac:chgData name="佳轩 杨" userId="41200b734dca50d2" providerId="LiveId" clId="{7D17997F-4B30-4868-BF87-2CC9F4EE1198}" dt="2026-05-25T06:26:49.092" v="117" actId="1076"/>
          <ac:spMkLst>
            <pc:docMk/>
            <pc:sldMk cId="488678346" sldId="1927"/>
            <ac:spMk id="2" creationId="{D38F60E4-6C45-ACE8-7313-19584D0DE4D7}"/>
          </ac:spMkLst>
        </pc:spChg>
        <pc:spChg chg="add mod">
          <ac:chgData name="佳轩 杨" userId="41200b734dca50d2" providerId="LiveId" clId="{7D17997F-4B30-4868-BF87-2CC9F4EE1198}" dt="2026-05-25T06:27:02.696" v="120" actId="1076"/>
          <ac:spMkLst>
            <pc:docMk/>
            <pc:sldMk cId="488678346" sldId="1927"/>
            <ac:spMk id="3" creationId="{1F22EBA3-B481-E6A6-0A7D-761E243DA520}"/>
          </ac:spMkLst>
        </pc:spChg>
        <pc:spChg chg="add mod">
          <ac:chgData name="佳轩 杨" userId="41200b734dca50d2" providerId="LiveId" clId="{7D17997F-4B30-4868-BF87-2CC9F4EE1198}" dt="2026-05-25T06:27:30.037" v="159" actId="20577"/>
          <ac:spMkLst>
            <pc:docMk/>
            <pc:sldMk cId="488678346" sldId="1927"/>
            <ac:spMk id="4" creationId="{2521FD6E-524D-2502-20AE-2A97E2A868C0}"/>
          </ac:spMkLst>
        </pc:spChg>
        <pc:spChg chg="add mod">
          <ac:chgData name="佳轩 杨" userId="41200b734dca50d2" providerId="LiveId" clId="{7D17997F-4B30-4868-BF87-2CC9F4EE1198}" dt="2026-05-25T06:27:02.696" v="120" actId="1076"/>
          <ac:spMkLst>
            <pc:docMk/>
            <pc:sldMk cId="488678346" sldId="1927"/>
            <ac:spMk id="5" creationId="{F9E34574-FBD7-C067-272A-C4DF92F1FC84}"/>
          </ac:spMkLst>
        </pc:spChg>
        <pc:spChg chg="mod">
          <ac:chgData name="佳轩 杨" userId="41200b734dca50d2" providerId="LiveId" clId="{7D17997F-4B30-4868-BF87-2CC9F4EE1198}" dt="2026-05-25T06:27:02.696" v="120" actId="1076"/>
          <ac:spMkLst>
            <pc:docMk/>
            <pc:sldMk cId="488678346" sldId="1927"/>
            <ac:spMk id="46" creationId="{0B44B505-8A57-74BF-933B-D5B1FE34D7FC}"/>
          </ac:spMkLst>
        </pc:spChg>
        <pc:spChg chg="mod">
          <ac:chgData name="佳轩 杨" userId="41200b734dca50d2" providerId="LiveId" clId="{7D17997F-4B30-4868-BF87-2CC9F4EE1198}" dt="2026-05-25T06:27:02.696" v="120" actId="1076"/>
          <ac:spMkLst>
            <pc:docMk/>
            <pc:sldMk cId="488678346" sldId="1927"/>
            <ac:spMk id="47" creationId="{594A0131-B403-2126-2A06-F7DCB105D371}"/>
          </ac:spMkLst>
        </pc:spChg>
        <pc:spChg chg="mod">
          <ac:chgData name="佳轩 杨" userId="41200b734dca50d2" providerId="LiveId" clId="{7D17997F-4B30-4868-BF87-2CC9F4EE1198}" dt="2026-05-25T06:27:02.696" v="120" actId="1076"/>
          <ac:spMkLst>
            <pc:docMk/>
            <pc:sldMk cId="488678346" sldId="1927"/>
            <ac:spMk id="48" creationId="{2563E6B5-1233-1FF0-7C7F-5701B1EB3523}"/>
          </ac:spMkLst>
        </pc:spChg>
        <pc:spChg chg="mod">
          <ac:chgData name="佳轩 杨" userId="41200b734dca50d2" providerId="LiveId" clId="{7D17997F-4B30-4868-BF87-2CC9F4EE1198}" dt="2026-05-25T06:26:09.897" v="56" actId="20577"/>
          <ac:spMkLst>
            <pc:docMk/>
            <pc:sldMk cId="488678346" sldId="1927"/>
            <ac:spMk id="49" creationId="{7D861644-3123-D188-0D2F-0C11ED960138}"/>
          </ac:spMkLst>
        </pc:spChg>
        <pc:spChg chg="mod">
          <ac:chgData name="佳轩 杨" userId="41200b734dca50d2" providerId="LiveId" clId="{7D17997F-4B30-4868-BF87-2CC9F4EE1198}" dt="2026-05-25T06:27:02.696" v="120" actId="1076"/>
          <ac:spMkLst>
            <pc:docMk/>
            <pc:sldMk cId="488678346" sldId="1927"/>
            <ac:spMk id="50" creationId="{CB3BDFFF-EB8F-6936-81D0-3259012482BA}"/>
          </ac:spMkLst>
        </pc:spChg>
        <pc:spChg chg="mod">
          <ac:chgData name="佳轩 杨" userId="41200b734dca50d2" providerId="LiveId" clId="{7D17997F-4B30-4868-BF87-2CC9F4EE1198}" dt="2026-05-25T06:27:02.696" v="120" actId="1076"/>
          <ac:spMkLst>
            <pc:docMk/>
            <pc:sldMk cId="488678346" sldId="1927"/>
            <ac:spMk id="52" creationId="{814740E9-9E35-BD1E-D575-169544A92CF9}"/>
          </ac:spMkLst>
        </pc:spChg>
        <pc:spChg chg="mod">
          <ac:chgData name="佳轩 杨" userId="41200b734dca50d2" providerId="LiveId" clId="{7D17997F-4B30-4868-BF87-2CC9F4EE1198}" dt="2026-05-25T06:26:26.233" v="97" actId="20577"/>
          <ac:spMkLst>
            <pc:docMk/>
            <pc:sldMk cId="488678346" sldId="1927"/>
            <ac:spMk id="53" creationId="{4A20CBC0-C78A-2E3A-DD03-A12C5D9DE780}"/>
          </ac:spMkLst>
        </pc:spChg>
        <pc:spChg chg="mod">
          <ac:chgData name="佳轩 杨" userId="41200b734dca50d2" providerId="LiveId" clId="{7D17997F-4B30-4868-BF87-2CC9F4EE1198}" dt="2026-05-25T06:27:02.696" v="120" actId="1076"/>
          <ac:spMkLst>
            <pc:docMk/>
            <pc:sldMk cId="488678346" sldId="1927"/>
            <ac:spMk id="55" creationId="{A66AC8ED-94FA-DBFE-3065-9A21904BB1B8}"/>
          </ac:spMkLst>
        </pc:spChg>
        <pc:spChg chg="mod">
          <ac:chgData name="佳轩 杨" userId="41200b734dca50d2" providerId="LiveId" clId="{7D17997F-4B30-4868-BF87-2CC9F4EE1198}" dt="2026-05-25T06:27:02.696" v="120" actId="1076"/>
          <ac:spMkLst>
            <pc:docMk/>
            <pc:sldMk cId="488678346" sldId="1927"/>
            <ac:spMk id="56" creationId="{E6204227-45C4-09BC-88BE-CD9F22344313}"/>
          </ac:spMkLst>
        </pc:spChg>
        <pc:spChg chg="mod">
          <ac:chgData name="佳轩 杨" userId="41200b734dca50d2" providerId="LiveId" clId="{7D17997F-4B30-4868-BF87-2CC9F4EE1198}" dt="2026-05-25T06:26:39.636" v="115" actId="20577"/>
          <ac:spMkLst>
            <pc:docMk/>
            <pc:sldMk cId="488678346" sldId="1927"/>
            <ac:spMk id="57" creationId="{5967F2DB-AF3F-F5C9-D47F-825DC5C5F50F}"/>
          </ac:spMkLst>
        </pc:spChg>
        <pc:spChg chg="mod">
          <ac:chgData name="佳轩 杨" userId="41200b734dca50d2" providerId="LiveId" clId="{7D17997F-4B30-4868-BF87-2CC9F4EE1198}" dt="2026-05-25T06:27:02.696" v="120" actId="1076"/>
          <ac:spMkLst>
            <pc:docMk/>
            <pc:sldMk cId="488678346" sldId="1927"/>
            <ac:spMk id="58" creationId="{7E187F2D-84E3-76F2-FAC9-8D47EA1D9D06}"/>
          </ac:spMkLst>
        </pc:spChg>
      </pc:sldChg>
      <pc:sldChg chg="addSp delSp modSp mod modAnim">
        <pc:chgData name="佳轩 杨" userId="41200b734dca50d2" providerId="LiveId" clId="{7D17997F-4B30-4868-BF87-2CC9F4EE1198}" dt="2026-05-25T11:01:19.539" v="1593" actId="1076"/>
        <pc:sldMkLst>
          <pc:docMk/>
          <pc:sldMk cId="2212017724" sldId="1974"/>
        </pc:sldMkLst>
        <pc:spChg chg="mod">
          <ac:chgData name="佳轩 杨" userId="41200b734dca50d2" providerId="LiveId" clId="{7D17997F-4B30-4868-BF87-2CC9F4EE1198}" dt="2026-05-25T10:05:36.170" v="724" actId="120"/>
          <ac:spMkLst>
            <pc:docMk/>
            <pc:sldMk cId="2212017724" sldId="1974"/>
            <ac:spMk id="2" creationId="{C37ED049-4FA7-B191-2FEF-31307219DB93}"/>
          </ac:spMkLst>
        </pc:spChg>
        <pc:spChg chg="mod">
          <ac:chgData name="佳轩 杨" userId="41200b734dca50d2" providerId="LiveId" clId="{7D17997F-4B30-4868-BF87-2CC9F4EE1198}" dt="2026-05-25T10:12:50.019" v="826" actId="20577"/>
          <ac:spMkLst>
            <pc:docMk/>
            <pc:sldMk cId="2212017724" sldId="1974"/>
            <ac:spMk id="4" creationId="{4DC4E022-F6A5-C84E-11B0-A079563063EE}"/>
          </ac:spMkLst>
        </pc:spChg>
        <pc:spChg chg="add del mod">
          <ac:chgData name="佳轩 杨" userId="41200b734dca50d2" providerId="LiveId" clId="{7D17997F-4B30-4868-BF87-2CC9F4EE1198}" dt="2026-05-25T10:17:00.486" v="870" actId="478"/>
          <ac:spMkLst>
            <pc:docMk/>
            <pc:sldMk cId="2212017724" sldId="1974"/>
            <ac:spMk id="7" creationId="{A6B2DBC3-7C23-22C4-2587-C3130ED5E2A4}"/>
          </ac:spMkLst>
        </pc:spChg>
        <pc:spChg chg="add mod">
          <ac:chgData name="佳轩 杨" userId="41200b734dca50d2" providerId="LiveId" clId="{7D17997F-4B30-4868-BF87-2CC9F4EE1198}" dt="2026-05-25T11:01:02.877" v="1590" actId="14100"/>
          <ac:spMkLst>
            <pc:docMk/>
            <pc:sldMk cId="2212017724" sldId="1974"/>
            <ac:spMk id="8" creationId="{1304A76A-471E-3662-6A10-0E6638A700AF}"/>
          </ac:spMkLst>
        </pc:spChg>
        <pc:spChg chg="add mod">
          <ac:chgData name="佳轩 杨" userId="41200b734dca50d2" providerId="LiveId" clId="{7D17997F-4B30-4868-BF87-2CC9F4EE1198}" dt="2026-05-25T10:17:42.997" v="878"/>
          <ac:spMkLst>
            <pc:docMk/>
            <pc:sldMk cId="2212017724" sldId="1974"/>
            <ac:spMk id="10" creationId="{12E81458-29BE-64DE-8FA1-7897665BF406}"/>
          </ac:spMkLst>
        </pc:spChg>
        <pc:spChg chg="mod">
          <ac:chgData name="佳轩 杨" userId="41200b734dca50d2" providerId="LiveId" clId="{7D17997F-4B30-4868-BF87-2CC9F4EE1198}" dt="2026-05-25T10:07:07.415" v="743" actId="20577"/>
          <ac:spMkLst>
            <pc:docMk/>
            <pc:sldMk cId="2212017724" sldId="1974"/>
            <ac:spMk id="15" creationId="{D4C3FA35-38E1-FA7D-E5AC-854F4039C2E8}"/>
          </ac:spMkLst>
        </pc:spChg>
        <pc:spChg chg="mod">
          <ac:chgData name="佳轩 杨" userId="41200b734dca50d2" providerId="LiveId" clId="{7D17997F-4B30-4868-BF87-2CC9F4EE1198}" dt="2026-05-25T10:12:39.712" v="786" actId="20577"/>
          <ac:spMkLst>
            <pc:docMk/>
            <pc:sldMk cId="2212017724" sldId="1974"/>
            <ac:spMk id="17" creationId="{19D283B8-FE71-6389-77DE-0A5667D5C159}"/>
          </ac:spMkLst>
        </pc:spChg>
        <pc:spChg chg="mod">
          <ac:chgData name="佳轩 杨" userId="41200b734dca50d2" providerId="LiveId" clId="{7D17997F-4B30-4868-BF87-2CC9F4EE1198}" dt="2026-05-25T10:21:11.928" v="919" actId="1076"/>
          <ac:spMkLst>
            <pc:docMk/>
            <pc:sldMk cId="2212017724" sldId="1974"/>
            <ac:spMk id="18" creationId="{6ED52874-749D-FCD3-403E-3352E3790A49}"/>
          </ac:spMkLst>
        </pc:spChg>
        <pc:spChg chg="mod">
          <ac:chgData name="佳轩 杨" userId="41200b734dca50d2" providerId="LiveId" clId="{7D17997F-4B30-4868-BF87-2CC9F4EE1198}" dt="2026-05-25T10:21:11.928" v="919" actId="1076"/>
          <ac:spMkLst>
            <pc:docMk/>
            <pc:sldMk cId="2212017724" sldId="1974"/>
            <ac:spMk id="19" creationId="{49263E40-B7E3-6498-73ED-15DBC9994F5A}"/>
          </ac:spMkLst>
        </pc:spChg>
        <pc:spChg chg="add mod">
          <ac:chgData name="佳轩 杨" userId="41200b734dca50d2" providerId="LiveId" clId="{7D17997F-4B30-4868-BF87-2CC9F4EE1198}" dt="2026-05-25T11:00:56.286" v="1588" actId="1076"/>
          <ac:spMkLst>
            <pc:docMk/>
            <pc:sldMk cId="2212017724" sldId="1974"/>
            <ac:spMk id="24" creationId="{1A4EB200-9890-1C0C-E81A-312E780417B7}"/>
          </ac:spMkLst>
        </pc:spChg>
        <pc:spChg chg="add mod">
          <ac:chgData name="佳轩 杨" userId="41200b734dca50d2" providerId="LiveId" clId="{7D17997F-4B30-4868-BF87-2CC9F4EE1198}" dt="2026-05-25T10:24:24.841" v="959" actId="1076"/>
          <ac:spMkLst>
            <pc:docMk/>
            <pc:sldMk cId="2212017724" sldId="1974"/>
            <ac:spMk id="28" creationId="{9A31CCA6-A879-0D8C-3AF1-29A57E8C5064}"/>
          </ac:spMkLst>
        </pc:spChg>
        <pc:spChg chg="add mod">
          <ac:chgData name="佳轩 杨" userId="41200b734dca50d2" providerId="LiveId" clId="{7D17997F-4B30-4868-BF87-2CC9F4EE1198}" dt="2026-05-25T10:21:06.113" v="918" actId="571"/>
          <ac:spMkLst>
            <pc:docMk/>
            <pc:sldMk cId="2212017724" sldId="1974"/>
            <ac:spMk id="30" creationId="{9E7378B6-A203-297B-8FCF-FA35B7B84E2E}"/>
          </ac:spMkLst>
        </pc:spChg>
        <pc:spChg chg="add mod">
          <ac:chgData name="佳轩 杨" userId="41200b734dca50d2" providerId="LiveId" clId="{7D17997F-4B30-4868-BF87-2CC9F4EE1198}" dt="2026-05-25T10:22:18.335" v="939" actId="1076"/>
          <ac:spMkLst>
            <pc:docMk/>
            <pc:sldMk cId="2212017724" sldId="1974"/>
            <ac:spMk id="33" creationId="{29C92F07-E5EA-B652-68DE-D3390699EFC1}"/>
          </ac:spMkLst>
        </pc:spChg>
        <pc:spChg chg="mod">
          <ac:chgData name="佳轩 杨" userId="41200b734dca50d2" providerId="LiveId" clId="{7D17997F-4B30-4868-BF87-2CC9F4EE1198}" dt="2026-05-25T10:21:11.928" v="919" actId="1076"/>
          <ac:spMkLst>
            <pc:docMk/>
            <pc:sldMk cId="2212017724" sldId="1974"/>
            <ac:spMk id="34" creationId="{2D0609C8-324D-960E-1FE1-B22989A69C83}"/>
          </ac:spMkLst>
        </pc:spChg>
        <pc:spChg chg="add mod">
          <ac:chgData name="佳轩 杨" userId="41200b734dca50d2" providerId="LiveId" clId="{7D17997F-4B30-4868-BF87-2CC9F4EE1198}" dt="2026-05-25T11:01:19.539" v="1593" actId="1076"/>
          <ac:spMkLst>
            <pc:docMk/>
            <pc:sldMk cId="2212017724" sldId="1974"/>
            <ac:spMk id="39" creationId="{25C7AE6D-D54E-C169-9B8D-556640E9A773}"/>
          </ac:spMkLst>
        </pc:spChg>
        <pc:spChg chg="add mod">
          <ac:chgData name="佳轩 杨" userId="41200b734dca50d2" providerId="LiveId" clId="{7D17997F-4B30-4868-BF87-2CC9F4EE1198}" dt="2026-05-25T11:01:19.539" v="1593" actId="1076"/>
          <ac:spMkLst>
            <pc:docMk/>
            <pc:sldMk cId="2212017724" sldId="1974"/>
            <ac:spMk id="41" creationId="{FBD7EC71-FD81-DD80-62B6-41A9724DBA75}"/>
          </ac:spMkLst>
        </pc:spChg>
        <pc:spChg chg="add mod">
          <ac:chgData name="佳轩 杨" userId="41200b734dca50d2" providerId="LiveId" clId="{7D17997F-4B30-4868-BF87-2CC9F4EE1198}" dt="2026-05-25T10:38:48.487" v="1175" actId="1076"/>
          <ac:spMkLst>
            <pc:docMk/>
            <pc:sldMk cId="2212017724" sldId="1974"/>
            <ac:spMk id="42" creationId="{007B6905-2B2D-CFD4-4E74-EC1CD81DF75F}"/>
          </ac:spMkLst>
        </pc:spChg>
        <pc:spChg chg="add mod">
          <ac:chgData name="佳轩 杨" userId="41200b734dca50d2" providerId="LiveId" clId="{7D17997F-4B30-4868-BF87-2CC9F4EE1198}" dt="2026-05-25T11:00:45.856" v="1583" actId="1076"/>
          <ac:spMkLst>
            <pc:docMk/>
            <pc:sldMk cId="2212017724" sldId="1974"/>
            <ac:spMk id="43" creationId="{70E319DE-E486-C286-4971-7A677A72033A}"/>
          </ac:spMkLst>
        </pc:spChg>
        <pc:picChg chg="add mod">
          <ac:chgData name="佳轩 杨" userId="41200b734dca50d2" providerId="LiveId" clId="{7D17997F-4B30-4868-BF87-2CC9F4EE1198}" dt="2026-05-25T11:00:52.452" v="1587" actId="1076"/>
          <ac:picMkLst>
            <pc:docMk/>
            <pc:sldMk cId="2212017724" sldId="1974"/>
            <ac:picMk id="6" creationId="{CCA50EE0-6973-6A19-9C50-9E9B5A51DB75}"/>
          </ac:picMkLst>
        </pc:picChg>
        <pc:picChg chg="del">
          <ac:chgData name="佳轩 杨" userId="41200b734dca50d2" providerId="LiveId" clId="{7D17997F-4B30-4868-BF87-2CC9F4EE1198}" dt="2026-05-25T10:12:58.626" v="828" actId="478"/>
          <ac:picMkLst>
            <pc:docMk/>
            <pc:sldMk cId="2212017724" sldId="1974"/>
            <ac:picMk id="9" creationId="{902E92CF-CBC5-1FC8-20E6-A6EAC35EB610}"/>
          </ac:picMkLst>
        </pc:picChg>
        <pc:picChg chg="del">
          <ac:chgData name="佳轩 杨" userId="41200b734dca50d2" providerId="LiveId" clId="{7D17997F-4B30-4868-BF87-2CC9F4EE1198}" dt="2026-05-25T10:12:58.108" v="827" actId="478"/>
          <ac:picMkLst>
            <pc:docMk/>
            <pc:sldMk cId="2212017724" sldId="1974"/>
            <ac:picMk id="11" creationId="{47BE2EB7-90D5-4FDA-578E-3C9F6398423F}"/>
          </ac:picMkLst>
        </pc:picChg>
        <pc:picChg chg="add mod">
          <ac:chgData name="佳轩 杨" userId="41200b734dca50d2" providerId="LiveId" clId="{7D17997F-4B30-4868-BF87-2CC9F4EE1198}" dt="2026-05-25T10:21:34.503" v="925" actId="1076"/>
          <ac:picMkLst>
            <pc:docMk/>
            <pc:sldMk cId="2212017724" sldId="1974"/>
            <ac:picMk id="29" creationId="{70496D70-2202-F756-4070-BA5C41169ADB}"/>
          </ac:picMkLst>
        </pc:picChg>
        <pc:picChg chg="add mod">
          <ac:chgData name="佳轩 杨" userId="41200b734dca50d2" providerId="LiveId" clId="{7D17997F-4B30-4868-BF87-2CC9F4EE1198}" dt="2026-05-25T10:38:45.997" v="1174" actId="1076"/>
          <ac:picMkLst>
            <pc:docMk/>
            <pc:sldMk cId="2212017724" sldId="1974"/>
            <ac:picMk id="35" creationId="{7BE7B711-246E-FAF4-1B15-47AA71B57119}"/>
          </ac:picMkLst>
        </pc:picChg>
        <pc:picChg chg="add mod">
          <ac:chgData name="佳轩 杨" userId="41200b734dca50d2" providerId="LiveId" clId="{7D17997F-4B30-4868-BF87-2CC9F4EE1198}" dt="2026-05-25T11:01:06.386" v="1592" actId="14100"/>
          <ac:picMkLst>
            <pc:docMk/>
            <pc:sldMk cId="2212017724" sldId="1974"/>
            <ac:picMk id="46" creationId="{EC1C34ED-5546-1D3A-A5B1-03AF38ADC3FB}"/>
          </ac:picMkLst>
        </pc:picChg>
        <pc:cxnChg chg="add mod ord">
          <ac:chgData name="佳轩 杨" userId="41200b734dca50d2" providerId="LiveId" clId="{7D17997F-4B30-4868-BF87-2CC9F4EE1198}" dt="2026-05-25T11:00:59.109" v="1589" actId="14100"/>
          <ac:cxnSpMkLst>
            <pc:docMk/>
            <pc:sldMk cId="2212017724" sldId="1974"/>
            <ac:cxnSpMk id="20" creationId="{7E130209-D4CF-D5F5-6C6D-4DF2C34303F9}"/>
          </ac:cxnSpMkLst>
        </pc:cxnChg>
      </pc:sldChg>
      <pc:sldChg chg="addSp delSp modSp mod">
        <pc:chgData name="佳轩 杨" userId="41200b734dca50d2" providerId="LiveId" clId="{7D17997F-4B30-4868-BF87-2CC9F4EE1198}" dt="2026-05-26T03:34:38.513" v="3584" actId="20577"/>
        <pc:sldMkLst>
          <pc:docMk/>
          <pc:sldMk cId="3466516015" sldId="1986"/>
        </pc:sldMkLst>
        <pc:spChg chg="mod">
          <ac:chgData name="佳轩 杨" userId="41200b734dca50d2" providerId="LiveId" clId="{7D17997F-4B30-4868-BF87-2CC9F4EE1198}" dt="2026-05-25T15:36:08.295" v="3284" actId="20577"/>
          <ac:spMkLst>
            <pc:docMk/>
            <pc:sldMk cId="3466516015" sldId="1986"/>
            <ac:spMk id="3" creationId="{F0AFC9D4-0FD4-DF36-3035-8B5DC7CC619B}"/>
          </ac:spMkLst>
        </pc:spChg>
        <pc:spChg chg="del">
          <ac:chgData name="佳轩 杨" userId="41200b734dca50d2" providerId="LiveId" clId="{7D17997F-4B30-4868-BF87-2CC9F4EE1198}" dt="2026-05-25T15:36:13.367" v="3285" actId="478"/>
          <ac:spMkLst>
            <pc:docMk/>
            <pc:sldMk cId="3466516015" sldId="1986"/>
            <ac:spMk id="6" creationId="{FE17F772-0F87-4288-B441-E4D446070FC8}"/>
          </ac:spMkLst>
        </pc:spChg>
        <pc:spChg chg="del">
          <ac:chgData name="佳轩 杨" userId="41200b734dca50d2" providerId="LiveId" clId="{7D17997F-4B30-4868-BF87-2CC9F4EE1198}" dt="2026-05-25T15:36:13.367" v="3285" actId="478"/>
          <ac:spMkLst>
            <pc:docMk/>
            <pc:sldMk cId="3466516015" sldId="1986"/>
            <ac:spMk id="9" creationId="{E1EF78DA-F8A8-C8BF-5733-763CFF16D8B3}"/>
          </ac:spMkLst>
        </pc:spChg>
        <pc:spChg chg="add mod">
          <ac:chgData name="佳轩 杨" userId="41200b734dca50d2" providerId="LiveId" clId="{7D17997F-4B30-4868-BF87-2CC9F4EE1198}" dt="2026-05-25T15:40:13.866" v="3342" actId="1076"/>
          <ac:spMkLst>
            <pc:docMk/>
            <pc:sldMk cId="3466516015" sldId="1986"/>
            <ac:spMk id="10" creationId="{5CAE2C02-0A66-370E-EAB0-7BDC903CE6CE}"/>
          </ac:spMkLst>
        </pc:spChg>
        <pc:spChg chg="del">
          <ac:chgData name="佳轩 杨" userId="41200b734dca50d2" providerId="LiveId" clId="{7D17997F-4B30-4868-BF87-2CC9F4EE1198}" dt="2026-05-25T15:36:13.367" v="3285" actId="478"/>
          <ac:spMkLst>
            <pc:docMk/>
            <pc:sldMk cId="3466516015" sldId="1986"/>
            <ac:spMk id="11" creationId="{BF790938-0C64-F6D3-8F74-0CABA0BCDC4B}"/>
          </ac:spMkLst>
        </pc:spChg>
        <pc:spChg chg="add mod">
          <ac:chgData name="佳轩 杨" userId="41200b734dca50d2" providerId="LiveId" clId="{7D17997F-4B30-4868-BF87-2CC9F4EE1198}" dt="2026-05-26T03:34:38.513" v="3584" actId="20577"/>
          <ac:spMkLst>
            <pc:docMk/>
            <pc:sldMk cId="3466516015" sldId="1986"/>
            <ac:spMk id="12" creationId="{62ED77DF-6826-4E6F-D250-0C71EF677937}"/>
          </ac:spMkLst>
        </pc:spChg>
        <pc:spChg chg="del">
          <ac:chgData name="佳轩 杨" userId="41200b734dca50d2" providerId="LiveId" clId="{7D17997F-4B30-4868-BF87-2CC9F4EE1198}" dt="2026-05-25T15:36:16.519" v="3286" actId="478"/>
          <ac:spMkLst>
            <pc:docMk/>
            <pc:sldMk cId="3466516015" sldId="1986"/>
            <ac:spMk id="13" creationId="{CFBEB711-67D3-3891-C1EF-0DCDAE75ABF4}"/>
          </ac:spMkLst>
        </pc:spChg>
        <pc:spChg chg="add mod">
          <ac:chgData name="佳轩 杨" userId="41200b734dca50d2" providerId="LiveId" clId="{7D17997F-4B30-4868-BF87-2CC9F4EE1198}" dt="2026-05-25T15:39:05.024" v="3331" actId="14100"/>
          <ac:spMkLst>
            <pc:docMk/>
            <pc:sldMk cId="3466516015" sldId="1986"/>
            <ac:spMk id="14" creationId="{93A038BB-BD04-C854-1803-8B53B1EB68DD}"/>
          </ac:spMkLst>
        </pc:spChg>
        <pc:spChg chg="add mod">
          <ac:chgData name="佳轩 杨" userId="41200b734dca50d2" providerId="LiveId" clId="{7D17997F-4B30-4868-BF87-2CC9F4EE1198}" dt="2026-05-25T15:39:16.251" v="3335" actId="14100"/>
          <ac:spMkLst>
            <pc:docMk/>
            <pc:sldMk cId="3466516015" sldId="1986"/>
            <ac:spMk id="15" creationId="{BF2BFB1B-18D0-39DF-4172-2E5FB5282D07}"/>
          </ac:spMkLst>
        </pc:spChg>
        <pc:spChg chg="del">
          <ac:chgData name="佳轩 杨" userId="41200b734dca50d2" providerId="LiveId" clId="{7D17997F-4B30-4868-BF87-2CC9F4EE1198}" dt="2026-05-25T15:36:13.367" v="3285" actId="478"/>
          <ac:spMkLst>
            <pc:docMk/>
            <pc:sldMk cId="3466516015" sldId="1986"/>
            <ac:spMk id="29" creationId="{7AB31924-0CAE-8FCA-AB07-DC2D322E1E14}"/>
          </ac:spMkLst>
        </pc:spChg>
        <pc:spChg chg="del">
          <ac:chgData name="佳轩 杨" userId="41200b734dca50d2" providerId="LiveId" clId="{7D17997F-4B30-4868-BF87-2CC9F4EE1198}" dt="2026-05-25T15:36:13.367" v="3285" actId="478"/>
          <ac:spMkLst>
            <pc:docMk/>
            <pc:sldMk cId="3466516015" sldId="1986"/>
            <ac:spMk id="39" creationId="{BDB3E80A-BDAB-F7C5-6BB2-9144DDF03689}"/>
          </ac:spMkLst>
        </pc:spChg>
        <pc:spChg chg="del">
          <ac:chgData name="佳轩 杨" userId="41200b734dca50d2" providerId="LiveId" clId="{7D17997F-4B30-4868-BF87-2CC9F4EE1198}" dt="2026-05-25T15:36:13.367" v="3285" actId="478"/>
          <ac:spMkLst>
            <pc:docMk/>
            <pc:sldMk cId="3466516015" sldId="1986"/>
            <ac:spMk id="57" creationId="{FBC93A7D-788C-8EB2-A2D5-E7F41EF0B322}"/>
          </ac:spMkLst>
        </pc:spChg>
        <pc:picChg chg="add mod">
          <ac:chgData name="佳轩 杨" userId="41200b734dca50d2" providerId="LiveId" clId="{7D17997F-4B30-4868-BF87-2CC9F4EE1198}" dt="2026-05-25T15:38:08.351" v="3309" actId="1076"/>
          <ac:picMkLst>
            <pc:docMk/>
            <pc:sldMk cId="3466516015" sldId="1986"/>
            <ac:picMk id="4" creationId="{7F77DB62-9778-0ECF-3A16-5E107159AF2B}"/>
          </ac:picMkLst>
        </pc:picChg>
        <pc:picChg chg="add mod">
          <ac:chgData name="佳轩 杨" userId="41200b734dca50d2" providerId="LiveId" clId="{7D17997F-4B30-4868-BF87-2CC9F4EE1198}" dt="2026-05-25T15:40:47.565" v="3354" actId="1076"/>
          <ac:picMkLst>
            <pc:docMk/>
            <pc:sldMk cId="3466516015" sldId="1986"/>
            <ac:picMk id="5" creationId="{1D1E1FC2-5E48-9F1D-3072-5196A95AA30F}"/>
          </ac:picMkLst>
        </pc:picChg>
        <pc:picChg chg="add mod">
          <ac:chgData name="佳轩 杨" userId="41200b734dca50d2" providerId="LiveId" clId="{7D17997F-4B30-4868-BF87-2CC9F4EE1198}" dt="2026-05-25T15:40:44.618" v="3353" actId="1076"/>
          <ac:picMkLst>
            <pc:docMk/>
            <pc:sldMk cId="3466516015" sldId="1986"/>
            <ac:picMk id="7" creationId="{98F802B6-D8E9-04B7-E873-3D63429F5D93}"/>
          </ac:picMkLst>
        </pc:picChg>
        <pc:picChg chg="add mod">
          <ac:chgData name="佳轩 杨" userId="41200b734dca50d2" providerId="LiveId" clId="{7D17997F-4B30-4868-BF87-2CC9F4EE1198}" dt="2026-05-25T15:39:09.001" v="3333" actId="1076"/>
          <ac:picMkLst>
            <pc:docMk/>
            <pc:sldMk cId="3466516015" sldId="1986"/>
            <ac:picMk id="8" creationId="{0B065325-057C-7CC2-77AD-C1B3B94C6BE0}"/>
          </ac:picMkLst>
        </pc:picChg>
      </pc:sldChg>
      <pc:sldChg chg="addSp delSp modSp mod">
        <pc:chgData name="佳轩 杨" userId="41200b734dca50d2" providerId="LiveId" clId="{7D17997F-4B30-4868-BF87-2CC9F4EE1198}" dt="2026-05-25T16:55:17.429" v="3580" actId="1076"/>
        <pc:sldMkLst>
          <pc:docMk/>
          <pc:sldMk cId="196386652" sldId="1993"/>
        </pc:sldMkLst>
        <pc:spChg chg="mod">
          <ac:chgData name="佳轩 杨" userId="41200b734dca50d2" providerId="LiveId" clId="{7D17997F-4B30-4868-BF87-2CC9F4EE1198}" dt="2026-05-25T16:50:24.667" v="3553" actId="20577"/>
          <ac:spMkLst>
            <pc:docMk/>
            <pc:sldMk cId="196386652" sldId="1993"/>
            <ac:spMk id="3" creationId="{52DA3ADB-200C-2BA8-A0A3-E9AE15C95274}"/>
          </ac:spMkLst>
        </pc:spChg>
        <pc:spChg chg="add del">
          <ac:chgData name="佳轩 杨" userId="41200b734dca50d2" providerId="LiveId" clId="{7D17997F-4B30-4868-BF87-2CC9F4EE1198}" dt="2026-05-25T15:49:13.915" v="3366" actId="478"/>
          <ac:spMkLst>
            <pc:docMk/>
            <pc:sldMk cId="196386652" sldId="1993"/>
            <ac:spMk id="5" creationId="{755A0257-5674-0D60-255E-FB52A707E49C}"/>
          </ac:spMkLst>
        </pc:spChg>
        <pc:spChg chg="add del">
          <ac:chgData name="佳轩 杨" userId="41200b734dca50d2" providerId="LiveId" clId="{7D17997F-4B30-4868-BF87-2CC9F4EE1198}" dt="2026-05-25T16:15:11.880" v="3369" actId="478"/>
          <ac:spMkLst>
            <pc:docMk/>
            <pc:sldMk cId="196386652" sldId="1993"/>
            <ac:spMk id="7" creationId="{61571EF2-04E9-E55D-37B0-6832F8426F1F}"/>
          </ac:spMkLst>
        </pc:spChg>
        <pc:spChg chg="add del">
          <ac:chgData name="佳轩 杨" userId="41200b734dca50d2" providerId="LiveId" clId="{7D17997F-4B30-4868-BF87-2CC9F4EE1198}" dt="2026-05-25T16:20:55.953" v="3380" actId="478"/>
          <ac:spMkLst>
            <pc:docMk/>
            <pc:sldMk cId="196386652" sldId="1993"/>
            <ac:spMk id="12" creationId="{062F3317-1E3F-8A35-D220-683E7A6C4463}"/>
          </ac:spMkLst>
        </pc:spChg>
        <pc:spChg chg="del">
          <ac:chgData name="佳轩 杨" userId="41200b734dca50d2" providerId="LiveId" clId="{7D17997F-4B30-4868-BF87-2CC9F4EE1198}" dt="2026-05-25T15:41:22.434" v="3363" actId="478"/>
          <ac:spMkLst>
            <pc:docMk/>
            <pc:sldMk cId="196386652" sldId="1993"/>
            <ac:spMk id="16" creationId="{04D7CC36-1417-6176-42E4-6002DA1743DD}"/>
          </ac:spMkLst>
        </pc:spChg>
        <pc:spChg chg="del">
          <ac:chgData name="佳轩 杨" userId="41200b734dca50d2" providerId="LiveId" clId="{7D17997F-4B30-4868-BF87-2CC9F4EE1198}" dt="2026-05-25T15:41:22.434" v="3363" actId="478"/>
          <ac:spMkLst>
            <pc:docMk/>
            <pc:sldMk cId="196386652" sldId="1993"/>
            <ac:spMk id="17" creationId="{1A1F951D-25E9-C383-C8D5-711DB984F280}"/>
          </ac:spMkLst>
        </pc:spChg>
        <pc:spChg chg="del">
          <ac:chgData name="佳轩 杨" userId="41200b734dca50d2" providerId="LiveId" clId="{7D17997F-4B30-4868-BF87-2CC9F4EE1198}" dt="2026-05-25T15:41:22.434" v="3363" actId="478"/>
          <ac:spMkLst>
            <pc:docMk/>
            <pc:sldMk cId="196386652" sldId="1993"/>
            <ac:spMk id="18" creationId="{93B88F72-7D14-5B6C-B6BD-767A7506E771}"/>
          </ac:spMkLst>
        </pc:spChg>
        <pc:spChg chg="del">
          <ac:chgData name="佳轩 杨" userId="41200b734dca50d2" providerId="LiveId" clId="{7D17997F-4B30-4868-BF87-2CC9F4EE1198}" dt="2026-05-25T15:41:22.434" v="3363" actId="478"/>
          <ac:spMkLst>
            <pc:docMk/>
            <pc:sldMk cId="196386652" sldId="1993"/>
            <ac:spMk id="19" creationId="{C170D331-EF63-BBA2-29BF-B4162A98DC0D}"/>
          </ac:spMkLst>
        </pc:spChg>
        <pc:spChg chg="add del mod">
          <ac:chgData name="佳轩 杨" userId="41200b734dca50d2" providerId="LiveId" clId="{7D17997F-4B30-4868-BF87-2CC9F4EE1198}" dt="2026-05-25T16:42:07.386" v="3416" actId="478"/>
          <ac:spMkLst>
            <pc:docMk/>
            <pc:sldMk cId="196386652" sldId="1993"/>
            <ac:spMk id="27" creationId="{0105E9E0-638B-E930-8F1F-07B9ABBC7EBC}"/>
          </ac:spMkLst>
        </pc:spChg>
        <pc:spChg chg="add del mod">
          <ac:chgData name="佳轩 杨" userId="41200b734dca50d2" providerId="LiveId" clId="{7D17997F-4B30-4868-BF87-2CC9F4EE1198}" dt="2026-05-25T16:42:10.480" v="3417" actId="478"/>
          <ac:spMkLst>
            <pc:docMk/>
            <pc:sldMk cId="196386652" sldId="1993"/>
            <ac:spMk id="28" creationId="{7F2F457A-009E-1CAC-8EA5-6012A6413A82}"/>
          </ac:spMkLst>
        </pc:spChg>
        <pc:spChg chg="add mod">
          <ac:chgData name="佳轩 杨" userId="41200b734dca50d2" providerId="LiveId" clId="{7D17997F-4B30-4868-BF87-2CC9F4EE1198}" dt="2026-05-25T16:42:40.138" v="3428" actId="1076"/>
          <ac:spMkLst>
            <pc:docMk/>
            <pc:sldMk cId="196386652" sldId="1993"/>
            <ac:spMk id="29" creationId="{25B2055E-760D-DBB7-2D1C-30DBD8172A9A}"/>
          </ac:spMkLst>
        </pc:spChg>
        <pc:spChg chg="add mod">
          <ac:chgData name="佳轩 杨" userId="41200b734dca50d2" providerId="LiveId" clId="{7D17997F-4B30-4868-BF87-2CC9F4EE1198}" dt="2026-05-25T16:42:29.761" v="3423" actId="1076"/>
          <ac:spMkLst>
            <pc:docMk/>
            <pc:sldMk cId="196386652" sldId="1993"/>
            <ac:spMk id="30" creationId="{1DF1A35B-1CA9-95F8-D2D8-9F8C45BB0546}"/>
          </ac:spMkLst>
        </pc:spChg>
        <pc:spChg chg="add mod">
          <ac:chgData name="佳轩 杨" userId="41200b734dca50d2" providerId="LiveId" clId="{7D17997F-4B30-4868-BF87-2CC9F4EE1198}" dt="2026-05-25T16:42:31.300" v="3424" actId="1076"/>
          <ac:spMkLst>
            <pc:docMk/>
            <pc:sldMk cId="196386652" sldId="1993"/>
            <ac:spMk id="31" creationId="{66063A71-0205-F558-0B15-099BAA8B6C07}"/>
          </ac:spMkLst>
        </pc:spChg>
        <pc:spChg chg="add del mod">
          <ac:chgData name="佳轩 杨" userId="41200b734dca50d2" providerId="LiveId" clId="{7D17997F-4B30-4868-BF87-2CC9F4EE1198}" dt="2026-05-25T16:41:06.401" v="3407" actId="478"/>
          <ac:spMkLst>
            <pc:docMk/>
            <pc:sldMk cId="196386652" sldId="1993"/>
            <ac:spMk id="32" creationId="{7C25EBD8-AC1E-6CEA-98E3-BF1AA21B66E7}"/>
          </ac:spMkLst>
        </pc:spChg>
        <pc:spChg chg="add mod">
          <ac:chgData name="佳轩 杨" userId="41200b734dca50d2" providerId="LiveId" clId="{7D17997F-4B30-4868-BF87-2CC9F4EE1198}" dt="2026-05-25T16:51:48.947" v="3571" actId="255"/>
          <ac:spMkLst>
            <pc:docMk/>
            <pc:sldMk cId="196386652" sldId="1993"/>
            <ac:spMk id="33" creationId="{945FC137-5F4A-391A-4219-7C0990896366}"/>
          </ac:spMkLst>
        </pc:spChg>
        <pc:spChg chg="add mod">
          <ac:chgData name="佳轩 杨" userId="41200b734dca50d2" providerId="LiveId" clId="{7D17997F-4B30-4868-BF87-2CC9F4EE1198}" dt="2026-05-25T16:44:28.303" v="3490" actId="1076"/>
          <ac:spMkLst>
            <pc:docMk/>
            <pc:sldMk cId="196386652" sldId="1993"/>
            <ac:spMk id="34" creationId="{35D076FF-19C0-4120-C12C-A84770EED816}"/>
          </ac:spMkLst>
        </pc:spChg>
        <pc:spChg chg="add mod">
          <ac:chgData name="佳轩 杨" userId="41200b734dca50d2" providerId="LiveId" clId="{7D17997F-4B30-4868-BF87-2CC9F4EE1198}" dt="2026-05-25T16:51:48.561" v="3570" actId="255"/>
          <ac:spMkLst>
            <pc:docMk/>
            <pc:sldMk cId="196386652" sldId="1993"/>
            <ac:spMk id="35" creationId="{A11DA260-6737-06BC-140E-460B658F8B67}"/>
          </ac:spMkLst>
        </pc:spChg>
        <pc:spChg chg="del">
          <ac:chgData name="佳轩 杨" userId="41200b734dca50d2" providerId="LiveId" clId="{7D17997F-4B30-4868-BF87-2CC9F4EE1198}" dt="2026-05-25T15:41:22.434" v="3363" actId="478"/>
          <ac:spMkLst>
            <pc:docMk/>
            <pc:sldMk cId="196386652" sldId="1993"/>
            <ac:spMk id="36" creationId="{0A0E18C5-DF85-AB8E-0870-C690FAF1688B}"/>
          </ac:spMkLst>
        </pc:spChg>
        <pc:spChg chg="del">
          <ac:chgData name="佳轩 杨" userId="41200b734dca50d2" providerId="LiveId" clId="{7D17997F-4B30-4868-BF87-2CC9F4EE1198}" dt="2026-05-25T15:41:22.434" v="3363" actId="478"/>
          <ac:spMkLst>
            <pc:docMk/>
            <pc:sldMk cId="196386652" sldId="1993"/>
            <ac:spMk id="37" creationId="{588546FF-19D4-9D00-EB2E-1E6913B045F0}"/>
          </ac:spMkLst>
        </pc:spChg>
        <pc:spChg chg="del">
          <ac:chgData name="佳轩 杨" userId="41200b734dca50d2" providerId="LiveId" clId="{7D17997F-4B30-4868-BF87-2CC9F4EE1198}" dt="2026-05-25T15:41:22.434" v="3363" actId="478"/>
          <ac:spMkLst>
            <pc:docMk/>
            <pc:sldMk cId="196386652" sldId="1993"/>
            <ac:spMk id="38" creationId="{7F4A186C-6261-388B-797B-6BC9AA664B69}"/>
          </ac:spMkLst>
        </pc:spChg>
        <pc:spChg chg="add mod">
          <ac:chgData name="佳轩 杨" userId="41200b734dca50d2" providerId="LiveId" clId="{7D17997F-4B30-4868-BF87-2CC9F4EE1198}" dt="2026-05-25T16:45:48.585" v="3505" actId="6549"/>
          <ac:spMkLst>
            <pc:docMk/>
            <pc:sldMk cId="196386652" sldId="1993"/>
            <ac:spMk id="45" creationId="{D19BD38F-F374-F942-F978-617D14DE141B}"/>
          </ac:spMkLst>
        </pc:spChg>
        <pc:spChg chg="add mod">
          <ac:chgData name="佳轩 杨" userId="41200b734dca50d2" providerId="LiveId" clId="{7D17997F-4B30-4868-BF87-2CC9F4EE1198}" dt="2026-05-25T16:45:50.404" v="3506" actId="6549"/>
          <ac:spMkLst>
            <pc:docMk/>
            <pc:sldMk cId="196386652" sldId="1993"/>
            <ac:spMk id="46" creationId="{727C9ECD-29E6-B433-C301-8B204DA010C4}"/>
          </ac:spMkLst>
        </pc:spChg>
        <pc:spChg chg="add mod">
          <ac:chgData name="佳轩 杨" userId="41200b734dca50d2" providerId="LiveId" clId="{7D17997F-4B30-4868-BF87-2CC9F4EE1198}" dt="2026-05-25T16:45:52.799" v="3507" actId="20577"/>
          <ac:spMkLst>
            <pc:docMk/>
            <pc:sldMk cId="196386652" sldId="1993"/>
            <ac:spMk id="47" creationId="{8BD9B9D1-E0F2-37A4-77C0-8C33BD66F844}"/>
          </ac:spMkLst>
        </pc:spChg>
        <pc:spChg chg="del">
          <ac:chgData name="佳轩 杨" userId="41200b734dca50d2" providerId="LiveId" clId="{7D17997F-4B30-4868-BF87-2CC9F4EE1198}" dt="2026-05-25T15:41:22.434" v="3363" actId="478"/>
          <ac:spMkLst>
            <pc:docMk/>
            <pc:sldMk cId="196386652" sldId="1993"/>
            <ac:spMk id="48" creationId="{EB04E4BF-4404-1256-6426-D284AD958A3F}"/>
          </ac:spMkLst>
        </pc:spChg>
        <pc:spChg chg="del">
          <ac:chgData name="佳轩 杨" userId="41200b734dca50d2" providerId="LiveId" clId="{7D17997F-4B30-4868-BF87-2CC9F4EE1198}" dt="2026-05-25T15:41:22.434" v="3363" actId="478"/>
          <ac:spMkLst>
            <pc:docMk/>
            <pc:sldMk cId="196386652" sldId="1993"/>
            <ac:spMk id="49" creationId="{3CAD6797-6CA7-E149-F579-5DC6C5A20742}"/>
          </ac:spMkLst>
        </pc:spChg>
        <pc:spChg chg="del">
          <ac:chgData name="佳轩 杨" userId="41200b734dca50d2" providerId="LiveId" clId="{7D17997F-4B30-4868-BF87-2CC9F4EE1198}" dt="2026-05-25T15:41:22.434" v="3363" actId="478"/>
          <ac:spMkLst>
            <pc:docMk/>
            <pc:sldMk cId="196386652" sldId="1993"/>
            <ac:spMk id="50" creationId="{59D00D3D-852F-0E47-6088-266C0B7984DB}"/>
          </ac:spMkLst>
        </pc:spChg>
        <pc:spChg chg="add mod">
          <ac:chgData name="佳轩 杨" userId="41200b734dca50d2" providerId="LiveId" clId="{7D17997F-4B30-4868-BF87-2CC9F4EE1198}" dt="2026-05-25T16:52:41.299" v="3573" actId="1076"/>
          <ac:spMkLst>
            <pc:docMk/>
            <pc:sldMk cId="196386652" sldId="1993"/>
            <ac:spMk id="58" creationId="{FB08CFF7-0C43-2C92-A4A1-A5735366D943}"/>
          </ac:spMkLst>
        </pc:spChg>
        <pc:spChg chg="add mod ord">
          <ac:chgData name="佳轩 杨" userId="41200b734dca50d2" providerId="LiveId" clId="{7D17997F-4B30-4868-BF87-2CC9F4EE1198}" dt="2026-05-25T16:52:48.605" v="3575" actId="1076"/>
          <ac:spMkLst>
            <pc:docMk/>
            <pc:sldMk cId="196386652" sldId="1993"/>
            <ac:spMk id="59" creationId="{F9C76651-652C-E05D-662C-4B919E6D0145}"/>
          </ac:spMkLst>
        </pc:spChg>
        <pc:spChg chg="add mod">
          <ac:chgData name="佳轩 杨" userId="41200b734dca50d2" providerId="LiveId" clId="{7D17997F-4B30-4868-BF87-2CC9F4EE1198}" dt="2026-05-25T16:52:50.944" v="3576" actId="1076"/>
          <ac:spMkLst>
            <pc:docMk/>
            <pc:sldMk cId="196386652" sldId="1993"/>
            <ac:spMk id="60" creationId="{7D8F80E3-B87D-B0A1-47CC-B6AB1DA2D4EA}"/>
          </ac:spMkLst>
        </pc:spChg>
        <pc:picChg chg="add del mod">
          <ac:chgData name="佳轩 杨" userId="41200b734dca50d2" providerId="LiveId" clId="{7D17997F-4B30-4868-BF87-2CC9F4EE1198}" dt="2026-05-25T16:15:38.156" v="3374" actId="478"/>
          <ac:picMkLst>
            <pc:docMk/>
            <pc:sldMk cId="196386652" sldId="1993"/>
            <ac:picMk id="9" creationId="{614451BC-1606-B677-46C0-1F929F0C4C1B}"/>
          </ac:picMkLst>
        </pc:picChg>
        <pc:picChg chg="add mod">
          <ac:chgData name="佳轩 杨" userId="41200b734dca50d2" providerId="LiveId" clId="{7D17997F-4B30-4868-BF87-2CC9F4EE1198}" dt="2026-05-25T16:22:08.380" v="3395" actId="1076"/>
          <ac:picMkLst>
            <pc:docMk/>
            <pc:sldMk cId="196386652" sldId="1993"/>
            <ac:picMk id="11" creationId="{798D9A1C-097E-04E3-803C-94EDB63E0FA0}"/>
          </ac:picMkLst>
        </pc:picChg>
        <pc:picChg chg="add mod">
          <ac:chgData name="佳轩 杨" userId="41200b734dca50d2" providerId="LiveId" clId="{7D17997F-4B30-4868-BF87-2CC9F4EE1198}" dt="2026-05-25T16:55:15.711" v="3579" actId="1076"/>
          <ac:picMkLst>
            <pc:docMk/>
            <pc:sldMk cId="196386652" sldId="1993"/>
            <ac:picMk id="15" creationId="{4A262142-FE75-5032-2BFF-5FEB99AF3271}"/>
          </ac:picMkLst>
        </pc:picChg>
        <pc:picChg chg="add mod modCrop">
          <ac:chgData name="佳轩 杨" userId="41200b734dca50d2" providerId="LiveId" clId="{7D17997F-4B30-4868-BF87-2CC9F4EE1198}" dt="2026-05-25T16:55:17.429" v="3580" actId="1076"/>
          <ac:picMkLst>
            <pc:docMk/>
            <pc:sldMk cId="196386652" sldId="1993"/>
            <ac:picMk id="26" creationId="{F47F4FDC-7824-C052-CF7C-E4407C142B6E}"/>
          </ac:picMkLst>
        </pc:picChg>
      </pc:sldChg>
      <pc:sldChg chg="addSp delSp modSp mod">
        <pc:chgData name="佳轩 杨" userId="41200b734dca50d2" providerId="LiveId" clId="{7D17997F-4B30-4868-BF87-2CC9F4EE1198}" dt="2026-05-26T03:36:35.920" v="3639" actId="1076"/>
        <pc:sldMkLst>
          <pc:docMk/>
          <pc:sldMk cId="1266232568" sldId="1996"/>
        </pc:sldMkLst>
        <pc:spChg chg="del">
          <ac:chgData name="佳轩 杨" userId="41200b734dca50d2" providerId="LiveId" clId="{7D17997F-4B30-4868-BF87-2CC9F4EE1198}" dt="2026-05-25T11:41:18.429" v="1660" actId="478"/>
          <ac:spMkLst>
            <pc:docMk/>
            <pc:sldMk cId="1266232568" sldId="1996"/>
            <ac:spMk id="3" creationId="{40CBCB36-F682-FA39-E080-83BA4E0DFCB3}"/>
          </ac:spMkLst>
        </pc:spChg>
        <pc:spChg chg="del">
          <ac:chgData name="佳轩 杨" userId="41200b734dca50d2" providerId="LiveId" clId="{7D17997F-4B30-4868-BF87-2CC9F4EE1198}" dt="2026-05-25T11:41:20.408" v="1662" actId="478"/>
          <ac:spMkLst>
            <pc:docMk/>
            <pc:sldMk cId="1266232568" sldId="1996"/>
            <ac:spMk id="5" creationId="{A0D098B3-831E-06FC-FF92-5CCA049D67AF}"/>
          </ac:spMkLst>
        </pc:spChg>
        <pc:spChg chg="del">
          <ac:chgData name="佳轩 杨" userId="41200b734dca50d2" providerId="LiveId" clId="{7D17997F-4B30-4868-BF87-2CC9F4EE1198}" dt="2026-05-25T11:41:19.415" v="1661" actId="478"/>
          <ac:spMkLst>
            <pc:docMk/>
            <pc:sldMk cId="1266232568" sldId="1996"/>
            <ac:spMk id="6" creationId="{F1E18504-4717-5BEB-DCF1-199718FFFA14}"/>
          </ac:spMkLst>
        </pc:spChg>
        <pc:spChg chg="add del mod">
          <ac:chgData name="佳轩 杨" userId="41200b734dca50d2" providerId="LiveId" clId="{7D17997F-4B30-4868-BF87-2CC9F4EE1198}" dt="2026-05-25T11:46:08.190" v="1774" actId="478"/>
          <ac:spMkLst>
            <pc:docMk/>
            <pc:sldMk cId="1266232568" sldId="1996"/>
            <ac:spMk id="8" creationId="{01184C0D-782F-1B2F-BC52-A582EBFF970B}"/>
          </ac:spMkLst>
        </pc:spChg>
        <pc:spChg chg="add del mod">
          <ac:chgData name="佳轩 杨" userId="41200b734dca50d2" providerId="LiveId" clId="{7D17997F-4B30-4868-BF87-2CC9F4EE1198}" dt="2026-05-25T11:47:10.166" v="1787" actId="14100"/>
          <ac:spMkLst>
            <pc:docMk/>
            <pc:sldMk cId="1266232568" sldId="1996"/>
            <ac:spMk id="9" creationId="{C18749D4-B426-7AB9-37AA-CE0FB368C176}"/>
          </ac:spMkLst>
        </pc:spChg>
        <pc:spChg chg="add del mod">
          <ac:chgData name="佳轩 杨" userId="41200b734dca50d2" providerId="LiveId" clId="{7D17997F-4B30-4868-BF87-2CC9F4EE1198}" dt="2026-05-25T11:43:28.703" v="1693" actId="1076"/>
          <ac:spMkLst>
            <pc:docMk/>
            <pc:sldMk cId="1266232568" sldId="1996"/>
            <ac:spMk id="10" creationId="{EF2375F3-F0F2-C5C8-9651-45972B0D3C1A}"/>
          </ac:spMkLst>
        </pc:spChg>
        <pc:spChg chg="add mod">
          <ac:chgData name="佳轩 杨" userId="41200b734dca50d2" providerId="LiveId" clId="{7D17997F-4B30-4868-BF87-2CC9F4EE1198}" dt="2026-05-25T11:45:53.807" v="1772" actId="14100"/>
          <ac:spMkLst>
            <pc:docMk/>
            <pc:sldMk cId="1266232568" sldId="1996"/>
            <ac:spMk id="11" creationId="{2448B292-493C-8C6C-1FA4-B5D8A083A6AB}"/>
          </ac:spMkLst>
        </pc:spChg>
        <pc:spChg chg="add mod">
          <ac:chgData name="佳轩 杨" userId="41200b734dca50d2" providerId="LiveId" clId="{7D17997F-4B30-4868-BF87-2CC9F4EE1198}" dt="2026-05-25T11:49:12.362" v="1795" actId="1076"/>
          <ac:spMkLst>
            <pc:docMk/>
            <pc:sldMk cId="1266232568" sldId="1996"/>
            <ac:spMk id="12" creationId="{BCEC1AFA-0FC5-38E4-D999-01A2B10D3B56}"/>
          </ac:spMkLst>
        </pc:spChg>
        <pc:spChg chg="del">
          <ac:chgData name="佳轩 杨" userId="41200b734dca50d2" providerId="LiveId" clId="{7D17997F-4B30-4868-BF87-2CC9F4EE1198}" dt="2026-05-25T11:41:14.531" v="1656" actId="478"/>
          <ac:spMkLst>
            <pc:docMk/>
            <pc:sldMk cId="1266232568" sldId="1996"/>
            <ac:spMk id="13" creationId="{4724E863-E54D-256A-CB81-36FB5E26BFDF}"/>
          </ac:spMkLst>
        </pc:spChg>
        <pc:spChg chg="add mod">
          <ac:chgData name="佳轩 杨" userId="41200b734dca50d2" providerId="LiveId" clId="{7D17997F-4B30-4868-BF87-2CC9F4EE1198}" dt="2026-05-25T11:49:15.717" v="1796" actId="1076"/>
          <ac:spMkLst>
            <pc:docMk/>
            <pc:sldMk cId="1266232568" sldId="1996"/>
            <ac:spMk id="14" creationId="{3998936C-6671-AAA4-193C-9F6A2CC51C3C}"/>
          </ac:spMkLst>
        </pc:spChg>
        <pc:spChg chg="del mod">
          <ac:chgData name="佳轩 杨" userId="41200b734dca50d2" providerId="LiveId" clId="{7D17997F-4B30-4868-BF87-2CC9F4EE1198}" dt="2026-05-25T11:41:15.821" v="1658" actId="478"/>
          <ac:spMkLst>
            <pc:docMk/>
            <pc:sldMk cId="1266232568" sldId="1996"/>
            <ac:spMk id="15" creationId="{E583FE6C-572F-0ACE-1656-C894F01572B4}"/>
          </ac:spMkLst>
        </pc:spChg>
        <pc:spChg chg="del">
          <ac:chgData name="佳轩 杨" userId="41200b734dca50d2" providerId="LiveId" clId="{7D17997F-4B30-4868-BF87-2CC9F4EE1198}" dt="2026-05-25T11:41:18.429" v="1660" actId="478"/>
          <ac:spMkLst>
            <pc:docMk/>
            <pc:sldMk cId="1266232568" sldId="1996"/>
            <ac:spMk id="16" creationId="{568735CB-5F28-F9C0-962D-0BDC504C2CCB}"/>
          </ac:spMkLst>
        </pc:spChg>
        <pc:spChg chg="del">
          <ac:chgData name="佳轩 杨" userId="41200b734dca50d2" providerId="LiveId" clId="{7D17997F-4B30-4868-BF87-2CC9F4EE1198}" dt="2026-05-25T11:41:16.712" v="1659" actId="478"/>
          <ac:spMkLst>
            <pc:docMk/>
            <pc:sldMk cId="1266232568" sldId="1996"/>
            <ac:spMk id="17" creationId="{EBD5DE16-FEA6-F562-246D-91DE0898FD89}"/>
          </ac:spMkLst>
        </pc:spChg>
        <pc:spChg chg="mod">
          <ac:chgData name="佳轩 杨" userId="41200b734dca50d2" providerId="LiveId" clId="{7D17997F-4B30-4868-BF87-2CC9F4EE1198}" dt="2026-05-25T11:46:59.776" v="1783" actId="1076"/>
          <ac:spMkLst>
            <pc:docMk/>
            <pc:sldMk cId="1266232568" sldId="1996"/>
            <ac:spMk id="20" creationId="{A157118D-0067-86AA-4711-054371C14A19}"/>
          </ac:spMkLst>
        </pc:spChg>
        <pc:spChg chg="mod">
          <ac:chgData name="佳轩 杨" userId="41200b734dca50d2" providerId="LiveId" clId="{7D17997F-4B30-4868-BF87-2CC9F4EE1198}" dt="2026-05-25T11:46:59.776" v="1783" actId="1076"/>
          <ac:spMkLst>
            <pc:docMk/>
            <pc:sldMk cId="1266232568" sldId="1996"/>
            <ac:spMk id="21" creationId="{67F2AF0A-1592-20E8-3958-2DE6D26BA74C}"/>
          </ac:spMkLst>
        </pc:spChg>
        <pc:spChg chg="mod">
          <ac:chgData name="佳轩 杨" userId="41200b734dca50d2" providerId="LiveId" clId="{7D17997F-4B30-4868-BF87-2CC9F4EE1198}" dt="2026-05-25T11:49:52.735" v="1809" actId="14100"/>
          <ac:spMkLst>
            <pc:docMk/>
            <pc:sldMk cId="1266232568" sldId="1996"/>
            <ac:spMk id="22" creationId="{387C3A43-FAD0-C98D-694F-0D7559BFD6A0}"/>
          </ac:spMkLst>
        </pc:spChg>
        <pc:spChg chg="del mod">
          <ac:chgData name="佳轩 杨" userId="41200b734dca50d2" providerId="LiveId" clId="{7D17997F-4B30-4868-BF87-2CC9F4EE1198}" dt="2026-05-25T11:49:43.087" v="1805" actId="478"/>
          <ac:spMkLst>
            <pc:docMk/>
            <pc:sldMk cId="1266232568" sldId="1996"/>
            <ac:spMk id="23" creationId="{AE997AB0-49D5-F6F3-B8CE-C1A6139343C3}"/>
          </ac:spMkLst>
        </pc:spChg>
        <pc:spChg chg="mod">
          <ac:chgData name="佳轩 杨" userId="41200b734dca50d2" providerId="LiveId" clId="{7D17997F-4B30-4868-BF87-2CC9F4EE1198}" dt="2026-05-25T11:46:59.776" v="1783" actId="1076"/>
          <ac:spMkLst>
            <pc:docMk/>
            <pc:sldMk cId="1266232568" sldId="1996"/>
            <ac:spMk id="24" creationId="{142F3E8C-64D1-837F-06FD-6E15BB170C87}"/>
          </ac:spMkLst>
        </pc:spChg>
        <pc:spChg chg="mod">
          <ac:chgData name="佳轩 杨" userId="41200b734dca50d2" providerId="LiveId" clId="{7D17997F-4B30-4868-BF87-2CC9F4EE1198}" dt="2026-05-25T11:46:59.776" v="1783" actId="1076"/>
          <ac:spMkLst>
            <pc:docMk/>
            <pc:sldMk cId="1266232568" sldId="1996"/>
            <ac:spMk id="25" creationId="{56DA3C2F-A02D-C975-C9D3-58CCBFBC6292}"/>
          </ac:spMkLst>
        </pc:spChg>
        <pc:spChg chg="add mod">
          <ac:chgData name="佳轩 杨" userId="41200b734dca50d2" providerId="LiveId" clId="{7D17997F-4B30-4868-BF87-2CC9F4EE1198}" dt="2026-05-26T03:36:35.920" v="3639" actId="1076"/>
          <ac:spMkLst>
            <pc:docMk/>
            <pc:sldMk cId="1266232568" sldId="1996"/>
            <ac:spMk id="28" creationId="{0EFB1E57-4EDD-D6E4-CFDA-5D5394261792}"/>
          </ac:spMkLst>
        </pc:spChg>
        <pc:spChg chg="mod">
          <ac:chgData name="佳轩 杨" userId="41200b734dca50d2" providerId="LiveId" clId="{7D17997F-4B30-4868-BF87-2CC9F4EE1198}" dt="2026-05-25T11:46:59.776" v="1783" actId="1076"/>
          <ac:spMkLst>
            <pc:docMk/>
            <pc:sldMk cId="1266232568" sldId="1996"/>
            <ac:spMk id="32" creationId="{C8C87D47-46CA-E9D0-2A33-EF7A183DBFC5}"/>
          </ac:spMkLst>
        </pc:spChg>
        <pc:spChg chg="mod">
          <ac:chgData name="佳轩 杨" userId="41200b734dca50d2" providerId="LiveId" clId="{7D17997F-4B30-4868-BF87-2CC9F4EE1198}" dt="2026-05-25T11:46:59.776" v="1783" actId="1076"/>
          <ac:spMkLst>
            <pc:docMk/>
            <pc:sldMk cId="1266232568" sldId="1996"/>
            <ac:spMk id="41" creationId="{85EBBD70-4360-1A72-9B98-C8DA5A98403E}"/>
          </ac:spMkLst>
        </pc:spChg>
        <pc:spChg chg="mod">
          <ac:chgData name="佳轩 杨" userId="41200b734dca50d2" providerId="LiveId" clId="{7D17997F-4B30-4868-BF87-2CC9F4EE1198}" dt="2026-05-25T12:01:55.186" v="1951" actId="27636"/>
          <ac:spMkLst>
            <pc:docMk/>
            <pc:sldMk cId="1266232568" sldId="1996"/>
            <ac:spMk id="44" creationId="{140801A5-1D93-2F68-9309-1C55670F95B5}"/>
          </ac:spMkLst>
        </pc:spChg>
        <pc:picChg chg="add mod">
          <ac:chgData name="佳轩 杨" userId="41200b734dca50d2" providerId="LiveId" clId="{7D17997F-4B30-4868-BF87-2CC9F4EE1198}" dt="2026-05-25T11:43:54.980" v="1699" actId="1076"/>
          <ac:picMkLst>
            <pc:docMk/>
            <pc:sldMk cId="1266232568" sldId="1996"/>
            <ac:picMk id="2" creationId="{1EABA662-A5F7-3264-ED68-12A0AF228450}"/>
          </ac:picMkLst>
        </pc:picChg>
        <pc:picChg chg="mod">
          <ac:chgData name="佳轩 杨" userId="41200b734dca50d2" providerId="LiveId" clId="{7D17997F-4B30-4868-BF87-2CC9F4EE1198}" dt="2026-05-25T11:41:25.238" v="1664" actId="14100"/>
          <ac:picMkLst>
            <pc:docMk/>
            <pc:sldMk cId="1266232568" sldId="1996"/>
            <ac:picMk id="4" creationId="{F7D677E8-7AB0-59ED-3156-2C0B282A972A}"/>
          </ac:picMkLst>
        </pc:picChg>
        <pc:picChg chg="add mod">
          <ac:chgData name="佳轩 杨" userId="41200b734dca50d2" providerId="LiveId" clId="{7D17997F-4B30-4868-BF87-2CC9F4EE1198}" dt="2026-05-25T11:47:14.344" v="1788" actId="1076"/>
          <ac:picMkLst>
            <pc:docMk/>
            <pc:sldMk cId="1266232568" sldId="1996"/>
            <ac:picMk id="7" creationId="{6782B6BD-9E40-5C60-DD5C-85860E0F6BAB}"/>
          </ac:picMkLst>
        </pc:picChg>
        <pc:picChg chg="del">
          <ac:chgData name="佳轩 杨" userId="41200b734dca50d2" providerId="LiveId" clId="{7D17997F-4B30-4868-BF87-2CC9F4EE1198}" dt="2026-05-25T11:39:50.005" v="1638" actId="478"/>
          <ac:picMkLst>
            <pc:docMk/>
            <pc:sldMk cId="1266232568" sldId="1996"/>
            <ac:picMk id="18" creationId="{85FF3B02-733C-9799-FA4A-D0615119C01C}"/>
          </ac:picMkLst>
        </pc:picChg>
        <pc:picChg chg="add del mod">
          <ac:chgData name="佳轩 杨" userId="41200b734dca50d2" providerId="LiveId" clId="{7D17997F-4B30-4868-BF87-2CC9F4EE1198}" dt="2026-05-25T11:48:38.685" v="1791" actId="478"/>
          <ac:picMkLst>
            <pc:docMk/>
            <pc:sldMk cId="1266232568" sldId="1996"/>
            <ac:picMk id="19" creationId="{4BD15B51-036B-136C-3910-B8DC0200BABC}"/>
          </ac:picMkLst>
        </pc:picChg>
        <pc:picChg chg="add mod modCrop">
          <ac:chgData name="佳轩 杨" userId="41200b734dca50d2" providerId="LiveId" clId="{7D17997F-4B30-4868-BF87-2CC9F4EE1198}" dt="2026-05-26T03:36:17.811" v="3620" actId="1076"/>
          <ac:picMkLst>
            <pc:docMk/>
            <pc:sldMk cId="1266232568" sldId="1996"/>
            <ac:picMk id="26" creationId="{5BEFCF78-BAD8-E8AB-CCE1-D816AE01E21A}"/>
          </ac:picMkLst>
        </pc:picChg>
        <pc:picChg chg="mod">
          <ac:chgData name="佳轩 杨" userId="41200b734dca50d2" providerId="LiveId" clId="{7D17997F-4B30-4868-BF87-2CC9F4EE1198}" dt="2026-05-25T11:46:59.776" v="1783" actId="1076"/>
          <ac:picMkLst>
            <pc:docMk/>
            <pc:sldMk cId="1266232568" sldId="1996"/>
            <ac:picMk id="27" creationId="{170717D3-51B2-BF04-76F8-1E0C52CDD4F1}"/>
          </ac:picMkLst>
        </pc:picChg>
        <pc:picChg chg="mod">
          <ac:chgData name="佳轩 杨" userId="41200b734dca50d2" providerId="LiveId" clId="{7D17997F-4B30-4868-BF87-2CC9F4EE1198}" dt="2026-05-25T11:46:59.776" v="1783" actId="1076"/>
          <ac:picMkLst>
            <pc:docMk/>
            <pc:sldMk cId="1266232568" sldId="1996"/>
            <ac:picMk id="29" creationId="{71770ADB-5283-D5EA-06DD-E766A3534614}"/>
          </ac:picMkLst>
        </pc:picChg>
        <pc:picChg chg="mod">
          <ac:chgData name="佳轩 杨" userId="41200b734dca50d2" providerId="LiveId" clId="{7D17997F-4B30-4868-BF87-2CC9F4EE1198}" dt="2026-05-25T11:46:59.776" v="1783" actId="1076"/>
          <ac:picMkLst>
            <pc:docMk/>
            <pc:sldMk cId="1266232568" sldId="1996"/>
            <ac:picMk id="34" creationId="{114E1DF3-941D-8880-9728-D98C4B9E1DB2}"/>
          </ac:picMkLst>
        </pc:picChg>
        <pc:picChg chg="mod">
          <ac:chgData name="佳轩 杨" userId="41200b734dca50d2" providerId="LiveId" clId="{7D17997F-4B30-4868-BF87-2CC9F4EE1198}" dt="2026-05-25T11:46:59.776" v="1783" actId="1076"/>
          <ac:picMkLst>
            <pc:docMk/>
            <pc:sldMk cId="1266232568" sldId="1996"/>
            <ac:picMk id="40" creationId="{3E61782B-C9D5-C757-7110-CCBA92F2BC95}"/>
          </ac:picMkLst>
        </pc:picChg>
      </pc:sldChg>
      <pc:sldChg chg="del">
        <pc:chgData name="佳轩 杨" userId="41200b734dca50d2" providerId="LiveId" clId="{7D17997F-4B30-4868-BF87-2CC9F4EE1198}" dt="2026-05-25T06:27:41.197" v="161" actId="47"/>
        <pc:sldMkLst>
          <pc:docMk/>
          <pc:sldMk cId="3739072598" sldId="2000"/>
        </pc:sldMkLst>
      </pc:sldChg>
      <pc:sldChg chg="del">
        <pc:chgData name="佳轩 杨" userId="41200b734dca50d2" providerId="LiveId" clId="{7D17997F-4B30-4868-BF87-2CC9F4EE1198}" dt="2026-05-25T07:38:19.853" v="564" actId="47"/>
        <pc:sldMkLst>
          <pc:docMk/>
          <pc:sldMk cId="737027468" sldId="2001"/>
        </pc:sldMkLst>
      </pc:sldChg>
      <pc:sldChg chg="del">
        <pc:chgData name="佳轩 杨" userId="41200b734dca50d2" providerId="LiveId" clId="{7D17997F-4B30-4868-BF87-2CC9F4EE1198}" dt="2026-05-25T15:28:58.658" v="3164" actId="2696"/>
        <pc:sldMkLst>
          <pc:docMk/>
          <pc:sldMk cId="2205354694" sldId="2002"/>
        </pc:sldMkLst>
      </pc:sldChg>
      <pc:sldChg chg="del">
        <pc:chgData name="佳轩 杨" userId="41200b734dca50d2" providerId="LiveId" clId="{7D17997F-4B30-4868-BF87-2CC9F4EE1198}" dt="2026-05-25T12:30:38.284" v="2325" actId="47"/>
        <pc:sldMkLst>
          <pc:docMk/>
          <pc:sldMk cId="4232356108" sldId="2003"/>
        </pc:sldMkLst>
      </pc:sldChg>
      <pc:sldChg chg="addSp delSp modSp mod">
        <pc:chgData name="佳轩 杨" userId="41200b734dca50d2" providerId="LiveId" clId="{7D17997F-4B30-4868-BF87-2CC9F4EE1198}" dt="2026-05-26T03:45:54.645" v="3718" actId="20577"/>
        <pc:sldMkLst>
          <pc:docMk/>
          <pc:sldMk cId="3008840800" sldId="2004"/>
        </pc:sldMkLst>
        <pc:spChg chg="add mod">
          <ac:chgData name="佳轩 杨" userId="41200b734dca50d2" providerId="LiveId" clId="{7D17997F-4B30-4868-BF87-2CC9F4EE1198}" dt="2026-05-25T12:32:59.038" v="2368" actId="1076"/>
          <ac:spMkLst>
            <pc:docMk/>
            <pc:sldMk cId="3008840800" sldId="2004"/>
            <ac:spMk id="3" creationId="{1A79E147-01FA-7FF2-8770-66E26A3F4BCA}"/>
          </ac:spMkLst>
        </pc:spChg>
        <pc:spChg chg="del">
          <ac:chgData name="佳轩 杨" userId="41200b734dca50d2" providerId="LiveId" clId="{7D17997F-4B30-4868-BF87-2CC9F4EE1198}" dt="2026-05-25T12:27:44.157" v="2285" actId="478"/>
          <ac:spMkLst>
            <pc:docMk/>
            <pc:sldMk cId="3008840800" sldId="2004"/>
            <ac:spMk id="5" creationId="{4F093106-BD97-6F55-8EED-C56DD873D8ED}"/>
          </ac:spMkLst>
        </pc:spChg>
        <pc:spChg chg="add del mod">
          <ac:chgData name="佳轩 杨" userId="41200b734dca50d2" providerId="LiveId" clId="{7D17997F-4B30-4868-BF87-2CC9F4EE1198}" dt="2026-05-25T12:34:49.631" v="2388" actId="478"/>
          <ac:spMkLst>
            <pc:docMk/>
            <pc:sldMk cId="3008840800" sldId="2004"/>
            <ac:spMk id="6" creationId="{5ABDFF15-CC3B-1AF4-B603-CFDF9BCE9B84}"/>
          </ac:spMkLst>
        </pc:spChg>
        <pc:spChg chg="add del mod">
          <ac:chgData name="佳轩 杨" userId="41200b734dca50d2" providerId="LiveId" clId="{7D17997F-4B30-4868-BF87-2CC9F4EE1198}" dt="2026-05-25T12:34:46.585" v="2387" actId="478"/>
          <ac:spMkLst>
            <pc:docMk/>
            <pc:sldMk cId="3008840800" sldId="2004"/>
            <ac:spMk id="7" creationId="{474B1E7B-6775-78BE-3CE3-9A528B8D2CE8}"/>
          </ac:spMkLst>
        </pc:spChg>
        <pc:spChg chg="mod">
          <ac:chgData name="佳轩 杨" userId="41200b734dca50d2" providerId="LiveId" clId="{7D17997F-4B30-4868-BF87-2CC9F4EE1198}" dt="2026-05-25T12:31:42.756" v="2343" actId="14100"/>
          <ac:spMkLst>
            <pc:docMk/>
            <pc:sldMk cId="3008840800" sldId="2004"/>
            <ac:spMk id="9" creationId="{9AB7C92B-415A-2CB9-C08A-111CEED0699B}"/>
          </ac:spMkLst>
        </pc:spChg>
        <pc:spChg chg="mod">
          <ac:chgData name="佳轩 杨" userId="41200b734dca50d2" providerId="LiveId" clId="{7D17997F-4B30-4868-BF87-2CC9F4EE1198}" dt="2026-05-25T12:37:54.602" v="2405" actId="20577"/>
          <ac:spMkLst>
            <pc:docMk/>
            <pc:sldMk cId="3008840800" sldId="2004"/>
            <ac:spMk id="10" creationId="{B077BE77-975B-4C62-29B5-4C7A455AA79A}"/>
          </ac:spMkLst>
        </pc:spChg>
        <pc:spChg chg="mod">
          <ac:chgData name="佳轩 杨" userId="41200b734dca50d2" providerId="LiveId" clId="{7D17997F-4B30-4868-BF87-2CC9F4EE1198}" dt="2026-05-26T03:45:54.645" v="3718" actId="20577"/>
          <ac:spMkLst>
            <pc:docMk/>
            <pc:sldMk cId="3008840800" sldId="2004"/>
            <ac:spMk id="11" creationId="{3300B8A4-D591-A6E6-95AE-2FE2543F1D50}"/>
          </ac:spMkLst>
        </pc:spChg>
        <pc:spChg chg="del">
          <ac:chgData name="佳轩 杨" userId="41200b734dca50d2" providerId="LiveId" clId="{7D17997F-4B30-4868-BF87-2CC9F4EE1198}" dt="2026-05-25T12:27:41.493" v="2282" actId="478"/>
          <ac:spMkLst>
            <pc:docMk/>
            <pc:sldMk cId="3008840800" sldId="2004"/>
            <ac:spMk id="12" creationId="{06AC0806-48D3-F1E2-0E2B-BED757F90EFA}"/>
          </ac:spMkLst>
        </pc:spChg>
        <pc:spChg chg="del">
          <ac:chgData name="佳轩 杨" userId="41200b734dca50d2" providerId="LiveId" clId="{7D17997F-4B30-4868-BF87-2CC9F4EE1198}" dt="2026-05-25T12:27:39.276" v="2281" actId="478"/>
          <ac:spMkLst>
            <pc:docMk/>
            <pc:sldMk cId="3008840800" sldId="2004"/>
            <ac:spMk id="13" creationId="{ABBE7505-4617-12A8-3630-04A9AD9A7022}"/>
          </ac:spMkLst>
        </pc:spChg>
        <pc:spChg chg="del">
          <ac:chgData name="佳轩 杨" userId="41200b734dca50d2" providerId="LiveId" clId="{7D17997F-4B30-4868-BF87-2CC9F4EE1198}" dt="2026-05-25T12:27:41.493" v="2282" actId="478"/>
          <ac:spMkLst>
            <pc:docMk/>
            <pc:sldMk cId="3008840800" sldId="2004"/>
            <ac:spMk id="14" creationId="{89292BA7-6AF3-4CC8-8261-FBA877A9D7F0}"/>
          </ac:spMkLst>
        </pc:spChg>
        <pc:spChg chg="del">
          <ac:chgData name="佳轩 杨" userId="41200b734dca50d2" providerId="LiveId" clId="{7D17997F-4B30-4868-BF87-2CC9F4EE1198}" dt="2026-05-25T12:27:42.599" v="2284" actId="478"/>
          <ac:spMkLst>
            <pc:docMk/>
            <pc:sldMk cId="3008840800" sldId="2004"/>
            <ac:spMk id="15" creationId="{196992DE-E81F-EBD5-5731-3353F6B02C22}"/>
          </ac:spMkLst>
        </pc:spChg>
        <pc:spChg chg="del">
          <ac:chgData name="佳轩 杨" userId="41200b734dca50d2" providerId="LiveId" clId="{7D17997F-4B30-4868-BF87-2CC9F4EE1198}" dt="2026-05-25T12:27:41.493" v="2282" actId="478"/>
          <ac:spMkLst>
            <pc:docMk/>
            <pc:sldMk cId="3008840800" sldId="2004"/>
            <ac:spMk id="16" creationId="{40BC55C1-620B-C18E-0FA1-581796A2BDE0}"/>
          </ac:spMkLst>
        </pc:spChg>
        <pc:spChg chg="del">
          <ac:chgData name="佳轩 杨" userId="41200b734dca50d2" providerId="LiveId" clId="{7D17997F-4B30-4868-BF87-2CC9F4EE1198}" dt="2026-05-25T12:27:42.091" v="2283" actId="478"/>
          <ac:spMkLst>
            <pc:docMk/>
            <pc:sldMk cId="3008840800" sldId="2004"/>
            <ac:spMk id="17" creationId="{8BE7C1C2-12D7-7304-0CDC-09F6AA6A1BFF}"/>
          </ac:spMkLst>
        </pc:spChg>
        <pc:spChg chg="mod">
          <ac:chgData name="佳轩 杨" userId="41200b734dca50d2" providerId="LiveId" clId="{7D17997F-4B30-4868-BF87-2CC9F4EE1198}" dt="2026-05-25T12:26:57.277" v="2279" actId="20577"/>
          <ac:spMkLst>
            <pc:docMk/>
            <pc:sldMk cId="3008840800" sldId="2004"/>
            <ac:spMk id="21" creationId="{C580C6FD-0130-C278-5518-5A272CE29385}"/>
          </ac:spMkLst>
        </pc:spChg>
        <pc:picChg chg="add del mod">
          <ac:chgData name="佳轩 杨" userId="41200b734dca50d2" providerId="LiveId" clId="{7D17997F-4B30-4868-BF87-2CC9F4EE1198}" dt="2026-05-25T12:37:53.002" v="2402" actId="478"/>
          <ac:picMkLst>
            <pc:docMk/>
            <pc:sldMk cId="3008840800" sldId="2004"/>
            <ac:picMk id="2" creationId="{957C05F6-D5DB-A4E6-9B1A-0D37E0E8CF56}"/>
          </ac:picMkLst>
        </pc:picChg>
        <pc:picChg chg="mod">
          <ac:chgData name="佳轩 杨" userId="41200b734dca50d2" providerId="LiveId" clId="{7D17997F-4B30-4868-BF87-2CC9F4EE1198}" dt="2026-05-25T12:27:37.670" v="2280" actId="14100"/>
          <ac:picMkLst>
            <pc:docMk/>
            <pc:sldMk cId="3008840800" sldId="2004"/>
            <ac:picMk id="4" creationId="{A0B5EDB9-E011-8C5C-732A-1658A97F8083}"/>
          </ac:picMkLst>
        </pc:picChg>
        <pc:picChg chg="del">
          <ac:chgData name="佳轩 杨" userId="41200b734dca50d2" providerId="LiveId" clId="{7D17997F-4B30-4868-BF87-2CC9F4EE1198}" dt="2026-05-25T12:27:50.831" v="2286" actId="478"/>
          <ac:picMkLst>
            <pc:docMk/>
            <pc:sldMk cId="3008840800" sldId="2004"/>
            <ac:picMk id="25" creationId="{1E8AC10F-2C43-24F7-827E-A8FB908D5BFF}"/>
          </ac:picMkLst>
        </pc:picChg>
      </pc:sldChg>
      <pc:sldChg chg="addSp delSp modSp mod">
        <pc:chgData name="佳轩 杨" userId="41200b734dca50d2" providerId="LiveId" clId="{7D17997F-4B30-4868-BF87-2CC9F4EE1198}" dt="2026-05-25T11:59:54.629" v="1948" actId="20577"/>
        <pc:sldMkLst>
          <pc:docMk/>
          <pc:sldMk cId="3785809764" sldId="2005"/>
        </pc:sldMkLst>
        <pc:spChg chg="add mod">
          <ac:chgData name="佳轩 杨" userId="41200b734dca50d2" providerId="LiveId" clId="{7D17997F-4B30-4868-BF87-2CC9F4EE1198}" dt="2026-05-25T11:53:44.984" v="1838" actId="113"/>
          <ac:spMkLst>
            <pc:docMk/>
            <pc:sldMk cId="3785809764" sldId="2005"/>
            <ac:spMk id="2" creationId="{6073E1A7-E3DC-8165-E79B-A2A35F129781}"/>
          </ac:spMkLst>
        </pc:spChg>
        <pc:spChg chg="del">
          <ac:chgData name="佳轩 杨" userId="41200b734dca50d2" providerId="LiveId" clId="{7D17997F-4B30-4868-BF87-2CC9F4EE1198}" dt="2026-05-25T11:42:24.810" v="1667" actId="478"/>
          <ac:spMkLst>
            <pc:docMk/>
            <pc:sldMk cId="3785809764" sldId="2005"/>
            <ac:spMk id="3" creationId="{7F7E1071-874F-A669-9E75-3CCF4BD36791}"/>
          </ac:spMkLst>
        </pc:spChg>
        <pc:spChg chg="del">
          <ac:chgData name="佳轩 杨" userId="41200b734dca50d2" providerId="LiveId" clId="{7D17997F-4B30-4868-BF87-2CC9F4EE1198}" dt="2026-05-25T11:42:24.810" v="1667" actId="478"/>
          <ac:spMkLst>
            <pc:docMk/>
            <pc:sldMk cId="3785809764" sldId="2005"/>
            <ac:spMk id="5" creationId="{8F0ED3F9-66F2-6CA5-7E8C-8C6BFBFC3BF3}"/>
          </ac:spMkLst>
        </pc:spChg>
        <pc:spChg chg="del">
          <ac:chgData name="佳轩 杨" userId="41200b734dca50d2" providerId="LiveId" clId="{7D17997F-4B30-4868-BF87-2CC9F4EE1198}" dt="2026-05-25T11:42:24.810" v="1667" actId="478"/>
          <ac:spMkLst>
            <pc:docMk/>
            <pc:sldMk cId="3785809764" sldId="2005"/>
            <ac:spMk id="6" creationId="{85923AA1-3688-9CC9-3EA6-24C5CB263FEF}"/>
          </ac:spMkLst>
        </pc:spChg>
        <pc:spChg chg="add mod">
          <ac:chgData name="佳轩 杨" userId="41200b734dca50d2" providerId="LiveId" clId="{7D17997F-4B30-4868-BF87-2CC9F4EE1198}" dt="2026-05-25T11:53:41.921" v="1836" actId="207"/>
          <ac:spMkLst>
            <pc:docMk/>
            <pc:sldMk cId="3785809764" sldId="2005"/>
            <ac:spMk id="7" creationId="{660BD7DF-4699-2E41-0235-1B1D7C4EAFD6}"/>
          </ac:spMkLst>
        </pc:spChg>
        <pc:spChg chg="mod">
          <ac:chgData name="佳轩 杨" userId="41200b734dca50d2" providerId="LiveId" clId="{7D17997F-4B30-4868-BF87-2CC9F4EE1198}" dt="2026-05-25T11:51:06.659" v="1815" actId="14100"/>
          <ac:spMkLst>
            <pc:docMk/>
            <pc:sldMk cId="3785809764" sldId="2005"/>
            <ac:spMk id="9" creationId="{105EA0AC-D69D-8AD5-8077-DEDB37138D0E}"/>
          </ac:spMkLst>
        </pc:spChg>
        <pc:spChg chg="mod">
          <ac:chgData name="佳轩 杨" userId="41200b734dca50d2" providerId="LiveId" clId="{7D17997F-4B30-4868-BF87-2CC9F4EE1198}" dt="2026-05-25T11:51:03.696" v="1814" actId="1076"/>
          <ac:spMkLst>
            <pc:docMk/>
            <pc:sldMk cId="3785809764" sldId="2005"/>
            <ac:spMk id="10" creationId="{D340480C-6828-7657-67E0-BB38D054A547}"/>
          </ac:spMkLst>
        </pc:spChg>
        <pc:spChg chg="mod">
          <ac:chgData name="佳轩 杨" userId="41200b734dca50d2" providerId="LiveId" clId="{7D17997F-4B30-4868-BF87-2CC9F4EE1198}" dt="2026-05-25T11:58:39.054" v="1890" actId="14100"/>
          <ac:spMkLst>
            <pc:docMk/>
            <pc:sldMk cId="3785809764" sldId="2005"/>
            <ac:spMk id="12" creationId="{16C70254-97E1-F064-2475-7D6462A07623}"/>
          </ac:spMkLst>
        </pc:spChg>
        <pc:spChg chg="del">
          <ac:chgData name="佳轩 杨" userId="41200b734dca50d2" providerId="LiveId" clId="{7D17997F-4B30-4868-BF87-2CC9F4EE1198}" dt="2026-05-25T11:42:22.623" v="1666" actId="478"/>
          <ac:spMkLst>
            <pc:docMk/>
            <pc:sldMk cId="3785809764" sldId="2005"/>
            <ac:spMk id="13" creationId="{3996B040-FB88-57E4-875E-FC59FAE39A2D}"/>
          </ac:spMkLst>
        </pc:spChg>
        <pc:spChg chg="mod">
          <ac:chgData name="佳轩 杨" userId="41200b734dca50d2" providerId="LiveId" clId="{7D17997F-4B30-4868-BF87-2CC9F4EE1198}" dt="2026-05-25T11:58:35.655" v="1889" actId="1076"/>
          <ac:spMkLst>
            <pc:docMk/>
            <pc:sldMk cId="3785809764" sldId="2005"/>
            <ac:spMk id="14" creationId="{FCACD4F6-F232-CA1F-5266-CE8D3D507B6F}"/>
          </ac:spMkLst>
        </pc:spChg>
        <pc:spChg chg="del">
          <ac:chgData name="佳轩 杨" userId="41200b734dca50d2" providerId="LiveId" clId="{7D17997F-4B30-4868-BF87-2CC9F4EE1198}" dt="2026-05-25T11:42:24.810" v="1667" actId="478"/>
          <ac:spMkLst>
            <pc:docMk/>
            <pc:sldMk cId="3785809764" sldId="2005"/>
            <ac:spMk id="15" creationId="{7350A7BB-9360-3EEF-3760-0D402F2F0BC2}"/>
          </ac:spMkLst>
        </pc:spChg>
        <pc:spChg chg="del">
          <ac:chgData name="佳轩 杨" userId="41200b734dca50d2" providerId="LiveId" clId="{7D17997F-4B30-4868-BF87-2CC9F4EE1198}" dt="2026-05-25T11:42:24.810" v="1667" actId="478"/>
          <ac:spMkLst>
            <pc:docMk/>
            <pc:sldMk cId="3785809764" sldId="2005"/>
            <ac:spMk id="16" creationId="{39148C65-52FC-4257-FBF6-A19998364A07}"/>
          </ac:spMkLst>
        </pc:spChg>
        <pc:spChg chg="del">
          <ac:chgData name="佳轩 杨" userId="41200b734dca50d2" providerId="LiveId" clId="{7D17997F-4B30-4868-BF87-2CC9F4EE1198}" dt="2026-05-25T11:42:24.810" v="1667" actId="478"/>
          <ac:spMkLst>
            <pc:docMk/>
            <pc:sldMk cId="3785809764" sldId="2005"/>
            <ac:spMk id="17" creationId="{0898A5C6-3C29-4CA9-E808-EFA5369E8BD3}"/>
          </ac:spMkLst>
        </pc:spChg>
        <pc:spChg chg="add mod">
          <ac:chgData name="佳轩 杨" userId="41200b734dca50d2" providerId="LiveId" clId="{7D17997F-4B30-4868-BF87-2CC9F4EE1198}" dt="2026-05-25T11:54:50.430" v="1852" actId="14100"/>
          <ac:spMkLst>
            <pc:docMk/>
            <pc:sldMk cId="3785809764" sldId="2005"/>
            <ac:spMk id="19" creationId="{997B3791-F5F0-10C9-C7AF-8B1B1CED3C9F}"/>
          </ac:spMkLst>
        </pc:spChg>
        <pc:spChg chg="add mod">
          <ac:chgData name="佳轩 杨" userId="41200b734dca50d2" providerId="LiveId" clId="{7D17997F-4B30-4868-BF87-2CC9F4EE1198}" dt="2026-05-25T11:55:08.993" v="1860" actId="14100"/>
          <ac:spMkLst>
            <pc:docMk/>
            <pc:sldMk cId="3785809764" sldId="2005"/>
            <ac:spMk id="20" creationId="{4809A40A-17D9-D5B0-06B9-2AE134538F77}"/>
          </ac:spMkLst>
        </pc:spChg>
        <pc:spChg chg="add del mod">
          <ac:chgData name="佳轩 杨" userId="41200b734dca50d2" providerId="LiveId" clId="{7D17997F-4B30-4868-BF87-2CC9F4EE1198}" dt="2026-05-25T11:57:13.553" v="1879" actId="478"/>
          <ac:spMkLst>
            <pc:docMk/>
            <pc:sldMk cId="3785809764" sldId="2005"/>
            <ac:spMk id="22" creationId="{2E0F6175-2D0C-A246-B521-4A4C94B87542}"/>
          </ac:spMkLst>
        </pc:spChg>
        <pc:spChg chg="add mod">
          <ac:chgData name="佳轩 杨" userId="41200b734dca50d2" providerId="LiveId" clId="{7D17997F-4B30-4868-BF87-2CC9F4EE1198}" dt="2026-05-25T11:59:33.528" v="1927" actId="1076"/>
          <ac:spMkLst>
            <pc:docMk/>
            <pc:sldMk cId="3785809764" sldId="2005"/>
            <ac:spMk id="23" creationId="{7149736B-1226-F055-E404-9D4BD772D1D6}"/>
          </ac:spMkLst>
        </pc:spChg>
        <pc:spChg chg="add mod">
          <ac:chgData name="佳轩 杨" userId="41200b734dca50d2" providerId="LiveId" clId="{7D17997F-4B30-4868-BF87-2CC9F4EE1198}" dt="2026-05-25T11:59:27.518" v="1925" actId="1076"/>
          <ac:spMkLst>
            <pc:docMk/>
            <pc:sldMk cId="3785809764" sldId="2005"/>
            <ac:spMk id="24" creationId="{0F02EF63-38F8-FDA6-B864-9ABAA253010A}"/>
          </ac:spMkLst>
        </pc:spChg>
        <pc:spChg chg="add mod">
          <ac:chgData name="佳轩 杨" userId="41200b734dca50d2" providerId="LiveId" clId="{7D17997F-4B30-4868-BF87-2CC9F4EE1198}" dt="2026-05-25T11:59:54.629" v="1948" actId="20577"/>
          <ac:spMkLst>
            <pc:docMk/>
            <pc:sldMk cId="3785809764" sldId="2005"/>
            <ac:spMk id="25" creationId="{FF6324FB-6647-5278-599A-13C058F511EC}"/>
          </ac:spMkLst>
        </pc:spChg>
        <pc:spChg chg="mod">
          <ac:chgData name="佳轩 杨" userId="41200b734dca50d2" providerId="LiveId" clId="{7D17997F-4B30-4868-BF87-2CC9F4EE1198}" dt="2026-05-25T11:52:23.064" v="1817"/>
          <ac:spMkLst>
            <pc:docMk/>
            <pc:sldMk cId="3785809764" sldId="2005"/>
            <ac:spMk id="50" creationId="{EEF63422-FCB9-61DC-4486-DCDFF5901660}"/>
          </ac:spMkLst>
        </pc:spChg>
        <pc:picChg chg="mod">
          <ac:chgData name="佳轩 杨" userId="41200b734dca50d2" providerId="LiveId" clId="{7D17997F-4B30-4868-BF87-2CC9F4EE1198}" dt="2026-05-25T11:50:09.524" v="1812" actId="1076"/>
          <ac:picMkLst>
            <pc:docMk/>
            <pc:sldMk cId="3785809764" sldId="2005"/>
            <ac:picMk id="4" creationId="{67DA3171-7D2C-0929-76CF-D43A5703E9DD}"/>
          </ac:picMkLst>
        </pc:picChg>
        <pc:picChg chg="mod">
          <ac:chgData name="佳轩 杨" userId="41200b734dca50d2" providerId="LiveId" clId="{7D17997F-4B30-4868-BF87-2CC9F4EE1198}" dt="2026-05-25T11:53:56.137" v="1840" actId="1076"/>
          <ac:picMkLst>
            <pc:docMk/>
            <pc:sldMk cId="3785809764" sldId="2005"/>
            <ac:picMk id="8" creationId="{A5C47904-0E6E-86F4-9460-F970A45F8945}"/>
          </ac:picMkLst>
        </pc:picChg>
        <pc:picChg chg="add mod">
          <ac:chgData name="佳轩 杨" userId="41200b734dca50d2" providerId="LiveId" clId="{7D17997F-4B30-4868-BF87-2CC9F4EE1198}" dt="2026-05-25T11:54:22.719" v="1844" actId="1076"/>
          <ac:picMkLst>
            <pc:docMk/>
            <pc:sldMk cId="3785809764" sldId="2005"/>
            <ac:picMk id="11" creationId="{33C06B78-7F3E-34F2-6827-75680BDF9B29}"/>
          </ac:picMkLst>
        </pc:picChg>
        <pc:picChg chg="add mod">
          <ac:chgData name="佳轩 杨" userId="41200b734dca50d2" providerId="LiveId" clId="{7D17997F-4B30-4868-BF87-2CC9F4EE1198}" dt="2026-05-25T11:55:04.410" v="1858" actId="14100"/>
          <ac:picMkLst>
            <pc:docMk/>
            <pc:sldMk cId="3785809764" sldId="2005"/>
            <ac:picMk id="18" creationId="{A95DC701-2DE8-F157-8035-0557EA9BC322}"/>
          </ac:picMkLst>
        </pc:picChg>
        <pc:picChg chg="add mod">
          <ac:chgData name="佳轩 杨" userId="41200b734dca50d2" providerId="LiveId" clId="{7D17997F-4B30-4868-BF87-2CC9F4EE1198}" dt="2026-05-25T11:58:48.242" v="1891" actId="1076"/>
          <ac:picMkLst>
            <pc:docMk/>
            <pc:sldMk cId="3785809764" sldId="2005"/>
            <ac:picMk id="21" creationId="{19DA45FA-281F-B8A3-C904-286AB8801015}"/>
          </ac:picMkLst>
        </pc:picChg>
        <pc:picChg chg="mod">
          <ac:chgData name="佳轩 杨" userId="41200b734dca50d2" providerId="LiveId" clId="{7D17997F-4B30-4868-BF87-2CC9F4EE1198}" dt="2026-05-25T11:51:12.882" v="1816" actId="1076"/>
          <ac:picMkLst>
            <pc:docMk/>
            <pc:sldMk cId="3785809764" sldId="2005"/>
            <ac:picMk id="26" creationId="{C534BA23-E0B6-AD74-2C10-990C1EE2212B}"/>
          </ac:picMkLst>
        </pc:picChg>
        <pc:picChg chg="mod">
          <ac:chgData name="佳轩 杨" userId="41200b734dca50d2" providerId="LiveId" clId="{7D17997F-4B30-4868-BF87-2CC9F4EE1198}" dt="2026-05-25T11:51:12.882" v="1816" actId="1076"/>
          <ac:picMkLst>
            <pc:docMk/>
            <pc:sldMk cId="3785809764" sldId="2005"/>
            <ac:picMk id="30" creationId="{8277DE69-DEB2-A7CB-7C37-55D07312CDAB}"/>
          </ac:picMkLst>
        </pc:picChg>
        <pc:picChg chg="mod">
          <ac:chgData name="佳轩 杨" userId="41200b734dca50d2" providerId="LiveId" clId="{7D17997F-4B30-4868-BF87-2CC9F4EE1198}" dt="2026-05-25T11:51:12.882" v="1816" actId="1076"/>
          <ac:picMkLst>
            <pc:docMk/>
            <pc:sldMk cId="3785809764" sldId="2005"/>
            <ac:picMk id="35" creationId="{3D1D03E7-EEAD-7A46-6E28-24EFF02A0F85}"/>
          </ac:picMkLst>
        </pc:picChg>
        <pc:picChg chg="del mod">
          <ac:chgData name="佳轩 杨" userId="41200b734dca50d2" providerId="LiveId" clId="{7D17997F-4B30-4868-BF87-2CC9F4EE1198}" dt="2026-05-25T11:56:03.441" v="1866" actId="478"/>
          <ac:picMkLst>
            <pc:docMk/>
            <pc:sldMk cId="3785809764" sldId="2005"/>
            <ac:picMk id="39" creationId="{371D1694-F152-C9E0-487B-55DA6EDA84EF}"/>
          </ac:picMkLst>
        </pc:picChg>
        <pc:picChg chg="mod modCrop">
          <ac:chgData name="佳轩 杨" userId="41200b734dca50d2" providerId="LiveId" clId="{7D17997F-4B30-4868-BF87-2CC9F4EE1198}" dt="2026-05-25T11:58:48.242" v="1891" actId="1076"/>
          <ac:picMkLst>
            <pc:docMk/>
            <pc:sldMk cId="3785809764" sldId="2005"/>
            <ac:picMk id="43" creationId="{34F46321-9BB7-C12C-02F2-94AF1C081E8D}"/>
          </ac:picMkLst>
        </pc:picChg>
        <pc:picChg chg="mod">
          <ac:chgData name="佳轩 杨" userId="41200b734dca50d2" providerId="LiveId" clId="{7D17997F-4B30-4868-BF87-2CC9F4EE1198}" dt="2026-05-25T11:58:48.242" v="1891" actId="1076"/>
          <ac:picMkLst>
            <pc:docMk/>
            <pc:sldMk cId="3785809764" sldId="2005"/>
            <ac:picMk id="45" creationId="{E7E9D947-66A1-90A8-04AA-61E924160020}"/>
          </ac:picMkLst>
        </pc:picChg>
        <pc:picChg chg="mod">
          <ac:chgData name="佳轩 杨" userId="41200b734dca50d2" providerId="LiveId" clId="{7D17997F-4B30-4868-BF87-2CC9F4EE1198}" dt="2026-05-25T11:58:48.242" v="1891" actId="1076"/>
          <ac:picMkLst>
            <pc:docMk/>
            <pc:sldMk cId="3785809764" sldId="2005"/>
            <ac:picMk id="47" creationId="{61B7E506-3806-190C-FB03-03AFB684A776}"/>
          </ac:picMkLst>
        </pc:picChg>
      </pc:sldChg>
      <pc:sldChg chg="addSp delSp modSp mod delAnim">
        <pc:chgData name="佳轩 杨" userId="41200b734dca50d2" providerId="LiveId" clId="{7D17997F-4B30-4868-BF87-2CC9F4EE1198}" dt="2026-05-25T15:28:45.662" v="3163" actId="20577"/>
        <pc:sldMkLst>
          <pc:docMk/>
          <pc:sldMk cId="3728320529" sldId="2006"/>
        </pc:sldMkLst>
        <pc:spChg chg="del">
          <ac:chgData name="佳轩 杨" userId="41200b734dca50d2" providerId="LiveId" clId="{7D17997F-4B30-4868-BF87-2CC9F4EE1198}" dt="2026-05-25T15:12:21.494" v="3078" actId="478"/>
          <ac:spMkLst>
            <pc:docMk/>
            <pc:sldMk cId="3728320529" sldId="2006"/>
            <ac:spMk id="5" creationId="{4F093106-BD97-6F55-8EED-C56DD873D8ED}"/>
          </ac:spMkLst>
        </pc:spChg>
        <pc:spChg chg="add mod">
          <ac:chgData name="佳轩 杨" userId="41200b734dca50d2" providerId="LiveId" clId="{7D17997F-4B30-4868-BF87-2CC9F4EE1198}" dt="2026-05-25T15:27:57.832" v="3116" actId="1076"/>
          <ac:spMkLst>
            <pc:docMk/>
            <pc:sldMk cId="3728320529" sldId="2006"/>
            <ac:spMk id="8" creationId="{F25AB784-57E0-86D5-6928-25384900E7E3}"/>
          </ac:spMkLst>
        </pc:spChg>
        <pc:spChg chg="add mod">
          <ac:chgData name="佳轩 杨" userId="41200b734dca50d2" providerId="LiveId" clId="{7D17997F-4B30-4868-BF87-2CC9F4EE1198}" dt="2026-05-25T15:28:01.853" v="3117" actId="1076"/>
          <ac:spMkLst>
            <pc:docMk/>
            <pc:sldMk cId="3728320529" sldId="2006"/>
            <ac:spMk id="9" creationId="{6113FD3C-52D3-E2A3-0461-E32C59370045}"/>
          </ac:spMkLst>
        </pc:spChg>
        <pc:spChg chg="del">
          <ac:chgData name="佳轩 杨" userId="41200b734dca50d2" providerId="LiveId" clId="{7D17997F-4B30-4868-BF87-2CC9F4EE1198}" dt="2026-05-25T15:12:21.494" v="3078" actId="478"/>
          <ac:spMkLst>
            <pc:docMk/>
            <pc:sldMk cId="3728320529" sldId="2006"/>
            <ac:spMk id="12" creationId="{06AC0806-48D3-F1E2-0E2B-BED757F90EFA}"/>
          </ac:spMkLst>
        </pc:spChg>
        <pc:spChg chg="del">
          <ac:chgData name="佳轩 杨" userId="41200b734dca50d2" providerId="LiveId" clId="{7D17997F-4B30-4868-BF87-2CC9F4EE1198}" dt="2026-05-25T15:12:19.146" v="3077" actId="478"/>
          <ac:spMkLst>
            <pc:docMk/>
            <pc:sldMk cId="3728320529" sldId="2006"/>
            <ac:spMk id="13" creationId="{ABBE7505-4617-12A8-3630-04A9AD9A7022}"/>
          </ac:spMkLst>
        </pc:spChg>
        <pc:spChg chg="del">
          <ac:chgData name="佳轩 杨" userId="41200b734dca50d2" providerId="LiveId" clId="{7D17997F-4B30-4868-BF87-2CC9F4EE1198}" dt="2026-05-25T15:12:21.494" v="3078" actId="478"/>
          <ac:spMkLst>
            <pc:docMk/>
            <pc:sldMk cId="3728320529" sldId="2006"/>
            <ac:spMk id="14" creationId="{89292BA7-6AF3-4CC8-8261-FBA877A9D7F0}"/>
          </ac:spMkLst>
        </pc:spChg>
        <pc:spChg chg="del">
          <ac:chgData name="佳轩 杨" userId="41200b734dca50d2" providerId="LiveId" clId="{7D17997F-4B30-4868-BF87-2CC9F4EE1198}" dt="2026-05-25T15:12:21.494" v="3078" actId="478"/>
          <ac:spMkLst>
            <pc:docMk/>
            <pc:sldMk cId="3728320529" sldId="2006"/>
            <ac:spMk id="15" creationId="{196992DE-E81F-EBD5-5731-3353F6B02C22}"/>
          </ac:spMkLst>
        </pc:spChg>
        <pc:spChg chg="del">
          <ac:chgData name="佳轩 杨" userId="41200b734dca50d2" providerId="LiveId" clId="{7D17997F-4B30-4868-BF87-2CC9F4EE1198}" dt="2026-05-25T15:12:21.494" v="3078" actId="478"/>
          <ac:spMkLst>
            <pc:docMk/>
            <pc:sldMk cId="3728320529" sldId="2006"/>
            <ac:spMk id="16" creationId="{40BC55C1-620B-C18E-0FA1-581796A2BDE0}"/>
          </ac:spMkLst>
        </pc:spChg>
        <pc:spChg chg="del">
          <ac:chgData name="佳轩 杨" userId="41200b734dca50d2" providerId="LiveId" clId="{7D17997F-4B30-4868-BF87-2CC9F4EE1198}" dt="2026-05-25T15:12:21.494" v="3078" actId="478"/>
          <ac:spMkLst>
            <pc:docMk/>
            <pc:sldMk cId="3728320529" sldId="2006"/>
            <ac:spMk id="17" creationId="{8BE7C1C2-12D7-7304-0CDC-09F6AA6A1BFF}"/>
          </ac:spMkLst>
        </pc:spChg>
        <pc:spChg chg="mod">
          <ac:chgData name="佳轩 杨" userId="41200b734dca50d2" providerId="LiveId" clId="{7D17997F-4B30-4868-BF87-2CC9F4EE1198}" dt="2026-05-25T15:28:45.662" v="3163" actId="20577"/>
          <ac:spMkLst>
            <pc:docMk/>
            <pc:sldMk cId="3728320529" sldId="2006"/>
            <ac:spMk id="21" creationId="{C580C6FD-0130-C278-5518-5A272CE29385}"/>
          </ac:spMkLst>
        </pc:spChg>
        <pc:picChg chg="add mod">
          <ac:chgData name="佳轩 杨" userId="41200b734dca50d2" providerId="LiveId" clId="{7D17997F-4B30-4868-BF87-2CC9F4EE1198}" dt="2026-05-25T15:26:38.002" v="3105" actId="1076"/>
          <ac:picMkLst>
            <pc:docMk/>
            <pc:sldMk cId="3728320529" sldId="2006"/>
            <ac:picMk id="2" creationId="{278BB3CB-7A3F-2E71-551A-C99039C89B95}"/>
          </ac:picMkLst>
        </pc:picChg>
        <pc:picChg chg="add mod">
          <ac:chgData name="佳轩 杨" userId="41200b734dca50d2" providerId="LiveId" clId="{7D17997F-4B30-4868-BF87-2CC9F4EE1198}" dt="2026-05-25T15:26:38.002" v="3105" actId="1076"/>
          <ac:picMkLst>
            <pc:docMk/>
            <pc:sldMk cId="3728320529" sldId="2006"/>
            <ac:picMk id="3" creationId="{8A227F2C-40C1-48DD-5E42-7A5BEDC54734}"/>
          </ac:picMkLst>
        </pc:picChg>
        <pc:picChg chg="mod">
          <ac:chgData name="佳轩 杨" userId="41200b734dca50d2" providerId="LiveId" clId="{7D17997F-4B30-4868-BF87-2CC9F4EE1198}" dt="2026-05-25T15:11:55.952" v="3074" actId="14100"/>
          <ac:picMkLst>
            <pc:docMk/>
            <pc:sldMk cId="3728320529" sldId="2006"/>
            <ac:picMk id="4" creationId="{A0B5EDB9-E011-8C5C-732A-1658A97F8083}"/>
          </ac:picMkLst>
        </pc:picChg>
        <pc:picChg chg="del">
          <ac:chgData name="佳轩 杨" userId="41200b734dca50d2" providerId="LiveId" clId="{7D17997F-4B30-4868-BF87-2CC9F4EE1198}" dt="2026-05-25T15:12:21.494" v="3078" actId="478"/>
          <ac:picMkLst>
            <pc:docMk/>
            <pc:sldMk cId="3728320529" sldId="2006"/>
            <ac:picMk id="6" creationId="{E6241125-FEF8-2870-B9DC-F3CAA99250EB}"/>
          </ac:picMkLst>
        </pc:picChg>
        <pc:picChg chg="add mod">
          <ac:chgData name="佳轩 杨" userId="41200b734dca50d2" providerId="LiveId" clId="{7D17997F-4B30-4868-BF87-2CC9F4EE1198}" dt="2026-05-25T15:26:38.002" v="3105" actId="1076"/>
          <ac:picMkLst>
            <pc:docMk/>
            <pc:sldMk cId="3728320529" sldId="2006"/>
            <ac:picMk id="7" creationId="{9821E296-A6E8-841D-8800-A943228CFC16}"/>
          </ac:picMkLst>
        </pc:picChg>
        <pc:picChg chg="del">
          <ac:chgData name="佳轩 杨" userId="41200b734dca50d2" providerId="LiveId" clId="{7D17997F-4B30-4868-BF87-2CC9F4EE1198}" dt="2026-05-25T15:12:21.494" v="3078" actId="478"/>
          <ac:picMkLst>
            <pc:docMk/>
            <pc:sldMk cId="3728320529" sldId="2006"/>
            <ac:picMk id="18" creationId="{1052770A-EAB0-E891-11F7-B73B5A0060DC}"/>
          </ac:picMkLst>
        </pc:picChg>
      </pc:sldChg>
      <pc:sldChg chg="addSp delSp modSp mod delAnim">
        <pc:chgData name="佳轩 杨" userId="41200b734dca50d2" providerId="LiveId" clId="{7D17997F-4B30-4868-BF87-2CC9F4EE1198}" dt="2026-05-25T15:35:28.575" v="3272" actId="20577"/>
        <pc:sldMkLst>
          <pc:docMk/>
          <pc:sldMk cId="3372265642" sldId="2007"/>
        </pc:sldMkLst>
        <pc:spChg chg="del">
          <ac:chgData name="佳轩 杨" userId="41200b734dca50d2" providerId="LiveId" clId="{7D17997F-4B30-4868-BF87-2CC9F4EE1198}" dt="2026-05-25T15:28:28.643" v="3151" actId="478"/>
          <ac:spMkLst>
            <pc:docMk/>
            <pc:sldMk cId="3372265642" sldId="2007"/>
            <ac:spMk id="3" creationId="{E6E9DCE3-162D-6993-718C-A4E163D1CCB4}"/>
          </ac:spMkLst>
        </pc:spChg>
        <pc:spChg chg="del">
          <ac:chgData name="佳轩 杨" userId="41200b734dca50d2" providerId="LiveId" clId="{7D17997F-4B30-4868-BF87-2CC9F4EE1198}" dt="2026-05-25T15:28:31.262" v="3152" actId="478"/>
          <ac:spMkLst>
            <pc:docMk/>
            <pc:sldMk cId="3372265642" sldId="2007"/>
            <ac:spMk id="5" creationId="{4F093106-BD97-6F55-8EED-C56DD873D8ED}"/>
          </ac:spMkLst>
        </pc:spChg>
        <pc:spChg chg="add del mod">
          <ac:chgData name="佳轩 杨" userId="41200b734dca50d2" providerId="LiveId" clId="{7D17997F-4B30-4868-BF87-2CC9F4EE1198}" dt="2026-05-25T15:31:04.161" v="3185" actId="478"/>
          <ac:spMkLst>
            <pc:docMk/>
            <pc:sldMk cId="3372265642" sldId="2007"/>
            <ac:spMk id="7" creationId="{04E9E39C-4545-B933-D896-41D1E900F17F}"/>
          </ac:spMkLst>
        </pc:spChg>
        <pc:spChg chg="add del mod">
          <ac:chgData name="佳轩 杨" userId="41200b734dca50d2" providerId="LiveId" clId="{7D17997F-4B30-4868-BF87-2CC9F4EE1198}" dt="2026-05-25T15:31:04.161" v="3185" actId="478"/>
          <ac:spMkLst>
            <pc:docMk/>
            <pc:sldMk cId="3372265642" sldId="2007"/>
            <ac:spMk id="8" creationId="{BDE18108-0F1F-64CC-CBB4-631AA9F4A528}"/>
          </ac:spMkLst>
        </pc:spChg>
        <pc:spChg chg="add del mod">
          <ac:chgData name="佳轩 杨" userId="41200b734dca50d2" providerId="LiveId" clId="{7D17997F-4B30-4868-BF87-2CC9F4EE1198}" dt="2026-05-25T15:31:04.161" v="3185" actId="478"/>
          <ac:spMkLst>
            <pc:docMk/>
            <pc:sldMk cId="3372265642" sldId="2007"/>
            <ac:spMk id="9" creationId="{15A5A3B6-F00C-0EDB-4EB2-9D36B7DB3CA1}"/>
          </ac:spMkLst>
        </pc:spChg>
        <pc:spChg chg="add mod">
          <ac:chgData name="佳轩 杨" userId="41200b734dca50d2" providerId="LiveId" clId="{7D17997F-4B30-4868-BF87-2CC9F4EE1198}" dt="2026-05-25T15:32:51.924" v="3208" actId="1076"/>
          <ac:spMkLst>
            <pc:docMk/>
            <pc:sldMk cId="3372265642" sldId="2007"/>
            <ac:spMk id="10" creationId="{908AFC02-E086-F147-3E69-2DC96F09F10E}"/>
          </ac:spMkLst>
        </pc:spChg>
        <pc:spChg chg="del">
          <ac:chgData name="佳轩 杨" userId="41200b734dca50d2" providerId="LiveId" clId="{7D17997F-4B30-4868-BF87-2CC9F4EE1198}" dt="2026-05-25T15:28:28.643" v="3151" actId="478"/>
          <ac:spMkLst>
            <pc:docMk/>
            <pc:sldMk cId="3372265642" sldId="2007"/>
            <ac:spMk id="12" creationId="{06AC0806-48D3-F1E2-0E2B-BED757F90EFA}"/>
          </ac:spMkLst>
        </pc:spChg>
        <pc:spChg chg="del">
          <ac:chgData name="佳轩 杨" userId="41200b734dca50d2" providerId="LiveId" clId="{7D17997F-4B30-4868-BF87-2CC9F4EE1198}" dt="2026-05-25T15:28:25.297" v="3150" actId="478"/>
          <ac:spMkLst>
            <pc:docMk/>
            <pc:sldMk cId="3372265642" sldId="2007"/>
            <ac:spMk id="13" creationId="{ABBE7505-4617-12A8-3630-04A9AD9A7022}"/>
          </ac:spMkLst>
        </pc:spChg>
        <pc:spChg chg="del">
          <ac:chgData name="佳轩 杨" userId="41200b734dca50d2" providerId="LiveId" clId="{7D17997F-4B30-4868-BF87-2CC9F4EE1198}" dt="2026-05-25T15:28:28.643" v="3151" actId="478"/>
          <ac:spMkLst>
            <pc:docMk/>
            <pc:sldMk cId="3372265642" sldId="2007"/>
            <ac:spMk id="14" creationId="{89292BA7-6AF3-4CC8-8261-FBA877A9D7F0}"/>
          </ac:spMkLst>
        </pc:spChg>
        <pc:spChg chg="del">
          <ac:chgData name="佳轩 杨" userId="41200b734dca50d2" providerId="LiveId" clId="{7D17997F-4B30-4868-BF87-2CC9F4EE1198}" dt="2026-05-25T15:28:28.643" v="3151" actId="478"/>
          <ac:spMkLst>
            <pc:docMk/>
            <pc:sldMk cId="3372265642" sldId="2007"/>
            <ac:spMk id="15" creationId="{196992DE-E81F-EBD5-5731-3353F6B02C22}"/>
          </ac:spMkLst>
        </pc:spChg>
        <pc:spChg chg="del">
          <ac:chgData name="佳轩 杨" userId="41200b734dca50d2" providerId="LiveId" clId="{7D17997F-4B30-4868-BF87-2CC9F4EE1198}" dt="2026-05-25T15:28:28.643" v="3151" actId="478"/>
          <ac:spMkLst>
            <pc:docMk/>
            <pc:sldMk cId="3372265642" sldId="2007"/>
            <ac:spMk id="16" creationId="{40BC55C1-620B-C18E-0FA1-581796A2BDE0}"/>
          </ac:spMkLst>
        </pc:spChg>
        <pc:spChg chg="del">
          <ac:chgData name="佳轩 杨" userId="41200b734dca50d2" providerId="LiveId" clId="{7D17997F-4B30-4868-BF87-2CC9F4EE1198}" dt="2026-05-25T15:28:28.643" v="3151" actId="478"/>
          <ac:spMkLst>
            <pc:docMk/>
            <pc:sldMk cId="3372265642" sldId="2007"/>
            <ac:spMk id="17" creationId="{8BE7C1C2-12D7-7304-0CDC-09F6AA6A1BFF}"/>
          </ac:spMkLst>
        </pc:spChg>
        <pc:spChg chg="add mod">
          <ac:chgData name="佳轩 杨" userId="41200b734dca50d2" providerId="LiveId" clId="{7D17997F-4B30-4868-BF87-2CC9F4EE1198}" dt="2026-05-25T15:32:51.924" v="3208" actId="1076"/>
          <ac:spMkLst>
            <pc:docMk/>
            <pc:sldMk cId="3372265642" sldId="2007"/>
            <ac:spMk id="20" creationId="{68F800CF-CC6A-80B2-2518-E86DC34FDE1E}"/>
          </ac:spMkLst>
        </pc:spChg>
        <pc:spChg chg="mod">
          <ac:chgData name="佳轩 杨" userId="41200b734dca50d2" providerId="LiveId" clId="{7D17997F-4B30-4868-BF87-2CC9F4EE1198}" dt="2026-05-25T15:28:22.629" v="3149" actId="20577"/>
          <ac:spMkLst>
            <pc:docMk/>
            <pc:sldMk cId="3372265642" sldId="2007"/>
            <ac:spMk id="21" creationId="{C580C6FD-0130-C278-5518-5A272CE29385}"/>
          </ac:spMkLst>
        </pc:spChg>
        <pc:spChg chg="add mod">
          <ac:chgData name="佳轩 杨" userId="41200b734dca50d2" providerId="LiveId" clId="{7D17997F-4B30-4868-BF87-2CC9F4EE1198}" dt="2026-05-25T15:33:36.525" v="3215" actId="1076"/>
          <ac:spMkLst>
            <pc:docMk/>
            <pc:sldMk cId="3372265642" sldId="2007"/>
            <ac:spMk id="22" creationId="{E803A2B6-A33C-8F42-B603-494E1C5D526D}"/>
          </ac:spMkLst>
        </pc:spChg>
        <pc:spChg chg="add del">
          <ac:chgData name="佳轩 杨" userId="41200b734dca50d2" providerId="LiveId" clId="{7D17997F-4B30-4868-BF87-2CC9F4EE1198}" dt="2026-05-25T15:33:57.562" v="3219"/>
          <ac:spMkLst>
            <pc:docMk/>
            <pc:sldMk cId="3372265642" sldId="2007"/>
            <ac:spMk id="24" creationId="{C0F7AD94-C89F-4DD0-270F-300FF7434A9B}"/>
          </ac:spMkLst>
        </pc:spChg>
        <pc:spChg chg="add mod">
          <ac:chgData name="佳轩 杨" userId="41200b734dca50d2" providerId="LiveId" clId="{7D17997F-4B30-4868-BF87-2CC9F4EE1198}" dt="2026-05-25T15:34:11.434" v="3223" actId="14100"/>
          <ac:spMkLst>
            <pc:docMk/>
            <pc:sldMk cId="3372265642" sldId="2007"/>
            <ac:spMk id="25" creationId="{9E075758-035B-3D1A-B61E-8891EF4E10CB}"/>
          </ac:spMkLst>
        </pc:spChg>
        <pc:spChg chg="add mod">
          <ac:chgData name="佳轩 杨" userId="41200b734dca50d2" providerId="LiveId" clId="{7D17997F-4B30-4868-BF87-2CC9F4EE1198}" dt="2026-05-25T15:35:28.575" v="3272" actId="20577"/>
          <ac:spMkLst>
            <pc:docMk/>
            <pc:sldMk cId="3372265642" sldId="2007"/>
            <ac:spMk id="26" creationId="{4BAAF8D8-3F6E-CA38-9A41-DF199D16A8E7}"/>
          </ac:spMkLst>
        </pc:spChg>
        <pc:picChg chg="del">
          <ac:chgData name="佳轩 杨" userId="41200b734dca50d2" providerId="LiveId" clId="{7D17997F-4B30-4868-BF87-2CC9F4EE1198}" dt="2026-05-25T15:28:28.643" v="3151" actId="478"/>
          <ac:picMkLst>
            <pc:docMk/>
            <pc:sldMk cId="3372265642" sldId="2007"/>
            <ac:picMk id="2" creationId="{9E4AC583-18F2-8FEB-01A9-5DE06DC04099}"/>
          </ac:picMkLst>
        </pc:picChg>
        <pc:picChg chg="mod">
          <ac:chgData name="佳轩 杨" userId="41200b734dca50d2" providerId="LiveId" clId="{7D17997F-4B30-4868-BF87-2CC9F4EE1198}" dt="2026-05-25T15:28:32.893" v="3153" actId="14100"/>
          <ac:picMkLst>
            <pc:docMk/>
            <pc:sldMk cId="3372265642" sldId="2007"/>
            <ac:picMk id="4" creationId="{A0B5EDB9-E011-8C5C-732A-1658A97F8083}"/>
          </ac:picMkLst>
        </pc:picChg>
        <pc:picChg chg="add mod">
          <ac:chgData name="佳轩 杨" userId="41200b734dca50d2" providerId="LiveId" clId="{7D17997F-4B30-4868-BF87-2CC9F4EE1198}" dt="2026-05-25T15:32:51.924" v="3208" actId="1076"/>
          <ac:picMkLst>
            <pc:docMk/>
            <pc:sldMk cId="3372265642" sldId="2007"/>
            <ac:picMk id="6" creationId="{610A1541-02BD-248C-B136-3A1966498296}"/>
          </ac:picMkLst>
        </pc:picChg>
        <pc:picChg chg="add mod">
          <ac:chgData name="佳轩 杨" userId="41200b734dca50d2" providerId="LiveId" clId="{7D17997F-4B30-4868-BF87-2CC9F4EE1198}" dt="2026-05-25T15:32:51.924" v="3208" actId="1076"/>
          <ac:picMkLst>
            <pc:docMk/>
            <pc:sldMk cId="3372265642" sldId="2007"/>
            <ac:picMk id="11" creationId="{39486E08-8F8E-91EC-20D4-39FA0C41DFA7}"/>
          </ac:picMkLst>
        </pc:picChg>
        <pc:picChg chg="add mod">
          <ac:chgData name="佳轩 杨" userId="41200b734dca50d2" providerId="LiveId" clId="{7D17997F-4B30-4868-BF87-2CC9F4EE1198}" dt="2026-05-25T15:32:51.924" v="3208" actId="1076"/>
          <ac:picMkLst>
            <pc:docMk/>
            <pc:sldMk cId="3372265642" sldId="2007"/>
            <ac:picMk id="18" creationId="{045700C8-FE8C-DC17-265C-25DCD51FE68F}"/>
          </ac:picMkLst>
        </pc:picChg>
        <pc:picChg chg="add mod">
          <ac:chgData name="佳轩 杨" userId="41200b734dca50d2" providerId="LiveId" clId="{7D17997F-4B30-4868-BF87-2CC9F4EE1198}" dt="2026-05-25T15:32:56.877" v="3209" actId="1076"/>
          <ac:picMkLst>
            <pc:docMk/>
            <pc:sldMk cId="3372265642" sldId="2007"/>
            <ac:picMk id="19" creationId="{70BB1D7B-5B38-C60F-AA44-6B2D09F669DD}"/>
          </ac:picMkLst>
        </pc:picChg>
      </pc:sldChg>
      <pc:sldChg chg="modSp add mod">
        <pc:chgData name="佳轩 杨" userId="41200b734dca50d2" providerId="LiveId" clId="{7D17997F-4B30-4868-BF87-2CC9F4EE1198}" dt="2026-05-25T06:32:38.145" v="181" actId="207"/>
        <pc:sldMkLst>
          <pc:docMk/>
          <pc:sldMk cId="3649582760" sldId="2008"/>
        </pc:sldMkLst>
        <pc:spChg chg="mod">
          <ac:chgData name="佳轩 杨" userId="41200b734dca50d2" providerId="LiveId" clId="{7D17997F-4B30-4868-BF87-2CC9F4EE1198}" dt="2026-05-25T06:32:38.145" v="181" actId="207"/>
          <ac:spMkLst>
            <pc:docMk/>
            <pc:sldMk cId="3649582760" sldId="2008"/>
            <ac:spMk id="3" creationId="{43597C0E-61AD-97CD-596E-0B62068F191C}"/>
          </ac:spMkLst>
        </pc:spChg>
        <pc:spChg chg="mod">
          <ac:chgData name="佳轩 杨" userId="41200b734dca50d2" providerId="LiveId" clId="{7D17997F-4B30-4868-BF87-2CC9F4EE1198}" dt="2026-05-25T06:32:18.060" v="176" actId="207"/>
          <ac:spMkLst>
            <pc:docMk/>
            <pc:sldMk cId="3649582760" sldId="2008"/>
            <ac:spMk id="4" creationId="{F2DFA0E6-C993-86AE-C774-C6CB62201417}"/>
          </ac:spMkLst>
        </pc:spChg>
        <pc:spChg chg="mod">
          <ac:chgData name="佳轩 杨" userId="41200b734dca50d2" providerId="LiveId" clId="{7D17997F-4B30-4868-BF87-2CC9F4EE1198}" dt="2026-05-25T06:31:56.107" v="165" actId="207"/>
          <ac:spMkLst>
            <pc:docMk/>
            <pc:sldMk cId="3649582760" sldId="2008"/>
            <ac:spMk id="47" creationId="{A9F7360B-5E37-66C1-084C-9CD4C18962DC}"/>
          </ac:spMkLst>
        </pc:spChg>
        <pc:spChg chg="mod">
          <ac:chgData name="佳轩 杨" userId="41200b734dca50d2" providerId="LiveId" clId="{7D17997F-4B30-4868-BF87-2CC9F4EE1198}" dt="2026-05-25T06:32:05.617" v="172" actId="208"/>
          <ac:spMkLst>
            <pc:docMk/>
            <pc:sldMk cId="3649582760" sldId="2008"/>
            <ac:spMk id="48" creationId="{01D56EFE-742B-EBC3-50CA-F59F89534868}"/>
          </ac:spMkLst>
        </pc:spChg>
        <pc:spChg chg="mod">
          <ac:chgData name="佳轩 杨" userId="41200b734dca50d2" providerId="LiveId" clId="{7D17997F-4B30-4868-BF87-2CC9F4EE1198}" dt="2026-05-25T06:32:12.366" v="173" actId="207"/>
          <ac:spMkLst>
            <pc:docMk/>
            <pc:sldMk cId="3649582760" sldId="2008"/>
            <ac:spMk id="49" creationId="{31811627-920D-47A9-882C-02E36BD239DC}"/>
          </ac:spMkLst>
        </pc:spChg>
        <pc:spChg chg="mod">
          <ac:chgData name="佳轩 杨" userId="41200b734dca50d2" providerId="LiveId" clId="{7D17997F-4B30-4868-BF87-2CC9F4EE1198}" dt="2026-05-25T06:31:49.757" v="164" actId="207"/>
          <ac:spMkLst>
            <pc:docMk/>
            <pc:sldMk cId="3649582760" sldId="2008"/>
            <ac:spMk id="50" creationId="{B885EAEC-7F65-90C2-93AA-A2E9700609E4}"/>
          </ac:spMkLst>
        </pc:spChg>
        <pc:spChg chg="mod">
          <ac:chgData name="佳轩 杨" userId="41200b734dca50d2" providerId="LiveId" clId="{7D17997F-4B30-4868-BF87-2CC9F4EE1198}" dt="2026-05-25T06:32:27.975" v="179" actId="207"/>
          <ac:spMkLst>
            <pc:docMk/>
            <pc:sldMk cId="3649582760" sldId="2008"/>
            <ac:spMk id="52" creationId="{235D3EFC-145A-7C20-03C5-36873C83BA91}"/>
          </ac:spMkLst>
        </pc:spChg>
        <pc:spChg chg="mod">
          <ac:chgData name="佳轩 杨" userId="41200b734dca50d2" providerId="LiveId" clId="{7D17997F-4B30-4868-BF87-2CC9F4EE1198}" dt="2026-05-25T06:32:14.674" v="174" actId="207"/>
          <ac:spMkLst>
            <pc:docMk/>
            <pc:sldMk cId="3649582760" sldId="2008"/>
            <ac:spMk id="53" creationId="{79020372-AC29-8DA4-99AD-676411BF4EB4}"/>
          </ac:spMkLst>
        </pc:spChg>
        <pc:spChg chg="mod">
          <ac:chgData name="佳轩 杨" userId="41200b734dca50d2" providerId="LiveId" clId="{7D17997F-4B30-4868-BF87-2CC9F4EE1198}" dt="2026-05-25T06:32:34.870" v="180" actId="207"/>
          <ac:spMkLst>
            <pc:docMk/>
            <pc:sldMk cId="3649582760" sldId="2008"/>
            <ac:spMk id="56" creationId="{0C5E4D29-B034-779E-2F80-F7676512EA94}"/>
          </ac:spMkLst>
        </pc:spChg>
        <pc:spChg chg="mod">
          <ac:chgData name="佳轩 杨" userId="41200b734dca50d2" providerId="LiveId" clId="{7D17997F-4B30-4868-BF87-2CC9F4EE1198}" dt="2026-05-25T06:32:16.559" v="175" actId="207"/>
          <ac:spMkLst>
            <pc:docMk/>
            <pc:sldMk cId="3649582760" sldId="2008"/>
            <ac:spMk id="57" creationId="{23695DC4-6676-E5BA-E7D3-667AF1DA87C5}"/>
          </ac:spMkLst>
        </pc:spChg>
      </pc:sldChg>
      <pc:sldChg chg="addSp delSp modSp new mod ord">
        <pc:chgData name="佳轩 杨" userId="41200b734dca50d2" providerId="LiveId" clId="{7D17997F-4B30-4868-BF87-2CC9F4EE1198}" dt="2026-05-25T10:09:39.012" v="748" actId="20577"/>
        <pc:sldMkLst>
          <pc:docMk/>
          <pc:sldMk cId="1323457199" sldId="2009"/>
        </pc:sldMkLst>
        <pc:spChg chg="del">
          <ac:chgData name="佳轩 杨" userId="41200b734dca50d2" providerId="LiveId" clId="{7D17997F-4B30-4868-BF87-2CC9F4EE1198}" dt="2026-05-25T06:33:39.288" v="187" actId="478"/>
          <ac:spMkLst>
            <pc:docMk/>
            <pc:sldMk cId="1323457199" sldId="2009"/>
            <ac:spMk id="2" creationId="{83809356-8D7B-A21C-C9CF-4B0544F679CE}"/>
          </ac:spMkLst>
        </pc:spChg>
        <pc:spChg chg="add del mod">
          <ac:chgData name="佳轩 杨" userId="41200b734dca50d2" providerId="LiveId" clId="{7D17997F-4B30-4868-BF87-2CC9F4EE1198}" dt="2026-05-25T06:33:58.070" v="192" actId="478"/>
          <ac:spMkLst>
            <pc:docMk/>
            <pc:sldMk cId="1323457199" sldId="2009"/>
            <ac:spMk id="3" creationId="{81473D25-DA61-B536-1777-55FFC0E28B34}"/>
          </ac:spMkLst>
        </pc:spChg>
        <pc:spChg chg="add mod">
          <ac:chgData name="佳轩 杨" userId="41200b734dca50d2" providerId="LiveId" clId="{7D17997F-4B30-4868-BF87-2CC9F4EE1198}" dt="2026-05-25T07:27:53.886" v="466" actId="14100"/>
          <ac:spMkLst>
            <pc:docMk/>
            <pc:sldMk cId="1323457199" sldId="2009"/>
            <ac:spMk id="4" creationId="{4D9C42C8-DC90-BCA6-EABA-B682F62E93BD}"/>
          </ac:spMkLst>
        </pc:spChg>
        <pc:spChg chg="add mod">
          <ac:chgData name="佳轩 杨" userId="41200b734dca50d2" providerId="LiveId" clId="{7D17997F-4B30-4868-BF87-2CC9F4EE1198}" dt="2026-05-25T07:04:40.525" v="307" actId="1076"/>
          <ac:spMkLst>
            <pc:docMk/>
            <pc:sldMk cId="1323457199" sldId="2009"/>
            <ac:spMk id="5" creationId="{E7A7D494-789A-824D-D1CE-3D51F125FECA}"/>
          </ac:spMkLst>
        </pc:spChg>
        <pc:spChg chg="mod">
          <ac:chgData name="佳轩 杨" userId="41200b734dca50d2" providerId="LiveId" clId="{7D17997F-4B30-4868-BF87-2CC9F4EE1198}" dt="2026-05-25T06:33:30.703" v="183"/>
          <ac:spMkLst>
            <pc:docMk/>
            <pc:sldMk cId="1323457199" sldId="2009"/>
            <ac:spMk id="7" creationId="{07A3795E-E99B-7BB6-62AF-1EECB67AC90C}"/>
          </ac:spMkLst>
        </pc:spChg>
        <pc:spChg chg="mod">
          <ac:chgData name="佳轩 杨" userId="41200b734dca50d2" providerId="LiveId" clId="{7D17997F-4B30-4868-BF87-2CC9F4EE1198}" dt="2026-05-25T07:04:06.124" v="303" actId="14100"/>
          <ac:spMkLst>
            <pc:docMk/>
            <pc:sldMk cId="1323457199" sldId="2009"/>
            <ac:spMk id="8" creationId="{45CE0593-1D98-D1FB-25EA-811E5E63D835}"/>
          </ac:spMkLst>
        </pc:spChg>
        <pc:spChg chg="add mod">
          <ac:chgData name="佳轩 杨" userId="41200b734dca50d2" providerId="LiveId" clId="{7D17997F-4B30-4868-BF87-2CC9F4EE1198}" dt="2026-05-25T10:09:39.012" v="748" actId="20577"/>
          <ac:spMkLst>
            <pc:docMk/>
            <pc:sldMk cId="1323457199" sldId="2009"/>
            <ac:spMk id="9" creationId="{F70A0E7E-FC76-3BB1-2AA3-E3A73A332886}"/>
          </ac:spMkLst>
        </pc:spChg>
        <pc:spChg chg="add del mod">
          <ac:chgData name="佳轩 杨" userId="41200b734dca50d2" providerId="LiveId" clId="{7D17997F-4B30-4868-BF87-2CC9F4EE1198}" dt="2026-05-25T07:03:29.061" v="291" actId="478"/>
          <ac:spMkLst>
            <pc:docMk/>
            <pc:sldMk cId="1323457199" sldId="2009"/>
            <ac:spMk id="12" creationId="{26E4B722-4092-2487-2487-D6A8E5C5DFF7}"/>
          </ac:spMkLst>
        </pc:spChg>
        <pc:spChg chg="add mod">
          <ac:chgData name="佳轩 杨" userId="41200b734dca50d2" providerId="LiveId" clId="{7D17997F-4B30-4868-BF87-2CC9F4EE1198}" dt="2026-05-25T07:27:49.852" v="465" actId="1076"/>
          <ac:spMkLst>
            <pc:docMk/>
            <pc:sldMk cId="1323457199" sldId="2009"/>
            <ac:spMk id="15" creationId="{ED905D7C-AE10-A76D-83E2-02720FE54602}"/>
          </ac:spMkLst>
        </pc:spChg>
        <pc:spChg chg="add mod">
          <ac:chgData name="佳轩 杨" userId="41200b734dca50d2" providerId="LiveId" clId="{7D17997F-4B30-4868-BF87-2CC9F4EE1198}" dt="2026-05-25T07:27:38.855" v="463" actId="1076"/>
          <ac:spMkLst>
            <pc:docMk/>
            <pc:sldMk cId="1323457199" sldId="2009"/>
            <ac:spMk id="17" creationId="{7A79965F-3CB5-2875-62BF-650A9EC155C2}"/>
          </ac:spMkLst>
        </pc:spChg>
        <pc:spChg chg="add del mod">
          <ac:chgData name="佳轩 杨" userId="41200b734dca50d2" providerId="LiveId" clId="{7D17997F-4B30-4868-BF87-2CC9F4EE1198}" dt="2026-05-25T07:01:52.824" v="266" actId="478"/>
          <ac:spMkLst>
            <pc:docMk/>
            <pc:sldMk cId="1323457199" sldId="2009"/>
            <ac:spMk id="19" creationId="{4BC35DD0-EE2D-66F8-117C-0330F26CE380}"/>
          </ac:spMkLst>
        </pc:spChg>
        <pc:spChg chg="add del mod ord">
          <ac:chgData name="佳轩 杨" userId="41200b734dca50d2" providerId="LiveId" clId="{7D17997F-4B30-4868-BF87-2CC9F4EE1198}" dt="2026-05-25T07:28:51.585" v="488" actId="478"/>
          <ac:spMkLst>
            <pc:docMk/>
            <pc:sldMk cId="1323457199" sldId="2009"/>
            <ac:spMk id="21" creationId="{7893B145-9B64-6CC1-EC2C-A89F06BFA6A5}"/>
          </ac:spMkLst>
        </pc:spChg>
        <pc:spChg chg="add mod">
          <ac:chgData name="佳轩 杨" userId="41200b734dca50d2" providerId="LiveId" clId="{7D17997F-4B30-4868-BF87-2CC9F4EE1198}" dt="2026-05-25T07:28:34.522" v="482" actId="1076"/>
          <ac:spMkLst>
            <pc:docMk/>
            <pc:sldMk cId="1323457199" sldId="2009"/>
            <ac:spMk id="22" creationId="{F2BAE044-E271-C14E-1EBE-9526CFBEF8ED}"/>
          </ac:spMkLst>
        </pc:spChg>
        <pc:spChg chg="add mod">
          <ac:chgData name="佳轩 杨" userId="41200b734dca50d2" providerId="LiveId" clId="{7D17997F-4B30-4868-BF87-2CC9F4EE1198}" dt="2026-05-25T07:29:39.665" v="506" actId="1076"/>
          <ac:spMkLst>
            <pc:docMk/>
            <pc:sldMk cId="1323457199" sldId="2009"/>
            <ac:spMk id="23" creationId="{8F34786F-5033-2C3B-27E4-435D6D53ABF2}"/>
          </ac:spMkLst>
        </pc:spChg>
        <pc:spChg chg="add mod">
          <ac:chgData name="佳轩 杨" userId="41200b734dca50d2" providerId="LiveId" clId="{7D17997F-4B30-4868-BF87-2CC9F4EE1198}" dt="2026-05-25T07:29:42.326" v="507" actId="1076"/>
          <ac:spMkLst>
            <pc:docMk/>
            <pc:sldMk cId="1323457199" sldId="2009"/>
            <ac:spMk id="25" creationId="{4904FC3D-56D3-27F4-34C6-CC9C5F2E80A6}"/>
          </ac:spMkLst>
        </pc:spChg>
        <pc:spChg chg="add del">
          <ac:chgData name="佳轩 杨" userId="41200b734dca50d2" providerId="LiveId" clId="{7D17997F-4B30-4868-BF87-2CC9F4EE1198}" dt="2026-05-25T07:31:04.496" v="510" actId="478"/>
          <ac:spMkLst>
            <pc:docMk/>
            <pc:sldMk cId="1323457199" sldId="2009"/>
            <ac:spMk id="27" creationId="{6DE36BE0-160B-08DB-9667-3B89D78CAB8C}"/>
          </ac:spMkLst>
        </pc:spChg>
        <pc:grpChg chg="mod">
          <ac:chgData name="佳轩 杨" userId="41200b734dca50d2" providerId="LiveId" clId="{7D17997F-4B30-4868-BF87-2CC9F4EE1198}" dt="2026-05-25T07:27:47.696" v="464" actId="1076"/>
          <ac:grpSpMkLst>
            <pc:docMk/>
            <pc:sldMk cId="1323457199" sldId="2009"/>
            <ac:grpSpMk id="6" creationId="{58FA9C0F-92D0-7794-5DEF-B94388C51F74}"/>
          </ac:grpSpMkLst>
        </pc:grpChg>
        <pc:picChg chg="mod">
          <ac:chgData name="佳轩 杨" userId="41200b734dca50d2" providerId="LiveId" clId="{7D17997F-4B30-4868-BF87-2CC9F4EE1198}" dt="2026-05-25T07:29:19.533" v="497" actId="1076"/>
          <ac:picMkLst>
            <pc:docMk/>
            <pc:sldMk cId="1323457199" sldId="2009"/>
            <ac:picMk id="10" creationId="{E056A2AE-9C42-F3D8-D8EA-37503DF408A3}"/>
          </ac:picMkLst>
        </pc:picChg>
        <pc:picChg chg="mod modCrop">
          <ac:chgData name="佳轩 杨" userId="41200b734dca50d2" providerId="LiveId" clId="{7D17997F-4B30-4868-BF87-2CC9F4EE1198}" dt="2026-05-25T07:33:49.930" v="552" actId="1076"/>
          <ac:picMkLst>
            <pc:docMk/>
            <pc:sldMk cId="1323457199" sldId="2009"/>
            <ac:picMk id="11" creationId="{C0CF5E0F-EB26-D0C9-0ACA-C9CD8E8656CC}"/>
          </ac:picMkLst>
        </pc:picChg>
        <pc:picChg chg="add mod">
          <ac:chgData name="佳轩 杨" userId="41200b734dca50d2" providerId="LiveId" clId="{7D17997F-4B30-4868-BF87-2CC9F4EE1198}" dt="2026-05-25T07:29:26.898" v="502" actId="1076"/>
          <ac:picMkLst>
            <pc:docMk/>
            <pc:sldMk cId="1323457199" sldId="2009"/>
            <ac:picMk id="13" creationId="{3D0C81EB-7372-B796-672D-7877DD7268CE}"/>
          </ac:picMkLst>
        </pc:picChg>
        <pc:picChg chg="add mod">
          <ac:chgData name="佳轩 杨" userId="41200b734dca50d2" providerId="LiveId" clId="{7D17997F-4B30-4868-BF87-2CC9F4EE1198}" dt="2026-05-25T07:33:49.930" v="552" actId="1076"/>
          <ac:picMkLst>
            <pc:docMk/>
            <pc:sldMk cId="1323457199" sldId="2009"/>
            <ac:picMk id="14" creationId="{7D02B85D-E15E-6B11-82F4-CA6D9404170E}"/>
          </ac:picMkLst>
        </pc:picChg>
        <pc:picChg chg="mod">
          <ac:chgData name="佳轩 杨" userId="41200b734dca50d2" providerId="LiveId" clId="{7D17997F-4B30-4868-BF87-2CC9F4EE1198}" dt="2026-05-25T06:55:07.592" v="256" actId="14100"/>
          <ac:picMkLst>
            <pc:docMk/>
            <pc:sldMk cId="1323457199" sldId="2009"/>
            <ac:picMk id="16" creationId="{F248E54C-90B9-B69C-B857-135F689A6819}"/>
          </ac:picMkLst>
        </pc:picChg>
        <pc:picChg chg="add mod">
          <ac:chgData name="佳轩 杨" userId="41200b734dca50d2" providerId="LiveId" clId="{7D17997F-4B30-4868-BF87-2CC9F4EE1198}" dt="2026-05-25T07:33:49.930" v="552" actId="1076"/>
          <ac:picMkLst>
            <pc:docMk/>
            <pc:sldMk cId="1323457199" sldId="2009"/>
            <ac:picMk id="20" creationId="{DB81F14A-50EB-35CA-6A4C-729D78AB3BFF}"/>
          </ac:picMkLst>
        </pc:picChg>
        <pc:picChg chg="add mod">
          <ac:chgData name="佳轩 杨" userId="41200b734dca50d2" providerId="LiveId" clId="{7D17997F-4B30-4868-BF87-2CC9F4EE1198}" dt="2026-05-25T08:15:26.069" v="581" actId="1440"/>
          <ac:picMkLst>
            <pc:docMk/>
            <pc:sldMk cId="1323457199" sldId="2009"/>
            <ac:picMk id="24" creationId="{E3781CB8-8FAA-3529-B8A1-572173A898D5}"/>
          </ac:picMkLst>
        </pc:picChg>
        <pc:picChg chg="add mod">
          <ac:chgData name="佳轩 杨" userId="41200b734dca50d2" providerId="LiveId" clId="{7D17997F-4B30-4868-BF87-2CC9F4EE1198}" dt="2026-05-25T07:33:49.930" v="552" actId="1076"/>
          <ac:picMkLst>
            <pc:docMk/>
            <pc:sldMk cId="1323457199" sldId="2009"/>
            <ac:picMk id="28" creationId="{7235144F-702C-2C56-48AC-34284D68866F}"/>
          </ac:picMkLst>
        </pc:picChg>
        <pc:picChg chg="add mod">
          <ac:chgData name="佳轩 杨" userId="41200b734dca50d2" providerId="LiveId" clId="{7D17997F-4B30-4868-BF87-2CC9F4EE1198}" dt="2026-05-25T07:37:41.807" v="560" actId="1076"/>
          <ac:picMkLst>
            <pc:docMk/>
            <pc:sldMk cId="1323457199" sldId="2009"/>
            <ac:picMk id="29" creationId="{8BF13359-1ECD-6ED7-FC9C-6EBD2C365BFF}"/>
          </ac:picMkLst>
        </pc:picChg>
        <pc:picChg chg="add mod">
          <ac:chgData name="佳轩 杨" userId="41200b734dca50d2" providerId="LiveId" clId="{7D17997F-4B30-4868-BF87-2CC9F4EE1198}" dt="2026-05-25T07:37:36.003" v="559" actId="1440"/>
          <ac:picMkLst>
            <pc:docMk/>
            <pc:sldMk cId="1323457199" sldId="2009"/>
            <ac:picMk id="30" creationId="{1D703C34-2173-087D-5873-F60C790D81E6}"/>
          </ac:picMkLst>
        </pc:picChg>
      </pc:sldChg>
      <pc:sldChg chg="addSp delSp modSp new mod">
        <pc:chgData name="佳轩 杨" userId="41200b734dca50d2" providerId="LiveId" clId="{7D17997F-4B30-4868-BF87-2CC9F4EE1198}" dt="2026-05-25T09:27:29.344" v="587" actId="478"/>
        <pc:sldMkLst>
          <pc:docMk/>
          <pc:sldMk cId="2894285672" sldId="2010"/>
        </pc:sldMkLst>
        <pc:spChg chg="mod">
          <ac:chgData name="佳轩 杨" userId="41200b734dca50d2" providerId="LiveId" clId="{7D17997F-4B30-4868-BF87-2CC9F4EE1198}" dt="2026-05-25T06:50:52.747" v="254" actId="20577"/>
          <ac:spMkLst>
            <pc:docMk/>
            <pc:sldMk cId="2894285672" sldId="2010"/>
            <ac:spMk id="2" creationId="{BE611486-0793-BF74-8E79-61081F375F80}"/>
          </ac:spMkLst>
        </pc:spChg>
        <pc:spChg chg="add del mod">
          <ac:chgData name="佳轩 杨" userId="41200b734dca50d2" providerId="LiveId" clId="{7D17997F-4B30-4868-BF87-2CC9F4EE1198}" dt="2026-05-25T09:27:29.344" v="587" actId="478"/>
          <ac:spMkLst>
            <pc:docMk/>
            <pc:sldMk cId="2894285672" sldId="2010"/>
            <ac:spMk id="4" creationId="{A3DFC9C6-73D9-79AC-EA09-CAF20085FC92}"/>
          </ac:spMkLst>
        </pc:spChg>
        <pc:spChg chg="add mod">
          <ac:chgData name="佳轩 杨" userId="41200b734dca50d2" providerId="LiveId" clId="{7D17997F-4B30-4868-BF87-2CC9F4EE1198}" dt="2026-05-25T09:27:25.905" v="586"/>
          <ac:spMkLst>
            <pc:docMk/>
            <pc:sldMk cId="2894285672" sldId="2010"/>
            <ac:spMk id="5" creationId="{767AE4D1-BB1C-4F48-7908-C3FB4BCA5EC2}"/>
          </ac:spMkLst>
        </pc:spChg>
        <pc:spChg chg="add mod">
          <ac:chgData name="佳轩 杨" userId="41200b734dca50d2" providerId="LiveId" clId="{7D17997F-4B30-4868-BF87-2CC9F4EE1198}" dt="2026-05-25T09:27:25.905" v="586"/>
          <ac:spMkLst>
            <pc:docMk/>
            <pc:sldMk cId="2894285672" sldId="2010"/>
            <ac:spMk id="7" creationId="{27984230-6442-5251-C356-8F625A49B0FF}"/>
          </ac:spMkLst>
        </pc:spChg>
        <pc:spChg chg="add mod">
          <ac:chgData name="佳轩 杨" userId="41200b734dca50d2" providerId="LiveId" clId="{7D17997F-4B30-4868-BF87-2CC9F4EE1198}" dt="2026-05-25T09:27:25.905" v="586"/>
          <ac:spMkLst>
            <pc:docMk/>
            <pc:sldMk cId="2894285672" sldId="2010"/>
            <ac:spMk id="8" creationId="{CE7AD958-D848-1E3E-0EFC-1FB928AF005D}"/>
          </ac:spMkLst>
        </pc:spChg>
        <pc:spChg chg="add mod">
          <ac:chgData name="佳轩 杨" userId="41200b734dca50d2" providerId="LiveId" clId="{7D17997F-4B30-4868-BF87-2CC9F4EE1198}" dt="2026-05-25T09:27:25.905" v="586"/>
          <ac:spMkLst>
            <pc:docMk/>
            <pc:sldMk cId="2894285672" sldId="2010"/>
            <ac:spMk id="9" creationId="{4721B374-F683-206C-7A23-025ACBE5A964}"/>
          </ac:spMkLst>
        </pc:spChg>
        <pc:spChg chg="add mod">
          <ac:chgData name="佳轩 杨" userId="41200b734dca50d2" providerId="LiveId" clId="{7D17997F-4B30-4868-BF87-2CC9F4EE1198}" dt="2026-05-25T09:27:25.905" v="586"/>
          <ac:spMkLst>
            <pc:docMk/>
            <pc:sldMk cId="2894285672" sldId="2010"/>
            <ac:spMk id="11" creationId="{C605F500-CA24-061A-A8CD-9D16F459DB62}"/>
          </ac:spMkLst>
        </pc:spChg>
        <pc:spChg chg="add mod">
          <ac:chgData name="佳轩 杨" userId="41200b734dca50d2" providerId="LiveId" clId="{7D17997F-4B30-4868-BF87-2CC9F4EE1198}" dt="2026-05-25T09:27:25.905" v="586"/>
          <ac:spMkLst>
            <pc:docMk/>
            <pc:sldMk cId="2894285672" sldId="2010"/>
            <ac:spMk id="12" creationId="{7127A22A-F931-6547-5323-57B88FDDEB81}"/>
          </ac:spMkLst>
        </pc:spChg>
        <pc:spChg chg="add mod">
          <ac:chgData name="佳轩 杨" userId="41200b734dca50d2" providerId="LiveId" clId="{7D17997F-4B30-4868-BF87-2CC9F4EE1198}" dt="2026-05-25T09:27:25.905" v="586"/>
          <ac:spMkLst>
            <pc:docMk/>
            <pc:sldMk cId="2894285672" sldId="2010"/>
            <ac:spMk id="13" creationId="{D330C231-0CE8-5569-536C-2B2B5D19E00B}"/>
          </ac:spMkLst>
        </pc:spChg>
        <pc:spChg chg="add mod">
          <ac:chgData name="佳轩 杨" userId="41200b734dca50d2" providerId="LiveId" clId="{7D17997F-4B30-4868-BF87-2CC9F4EE1198}" dt="2026-05-25T09:27:25.905" v="586"/>
          <ac:spMkLst>
            <pc:docMk/>
            <pc:sldMk cId="2894285672" sldId="2010"/>
            <ac:spMk id="16" creationId="{CD0222D3-3901-073A-EDCC-127ACC69297F}"/>
          </ac:spMkLst>
        </pc:spChg>
        <pc:spChg chg="add mod">
          <ac:chgData name="佳轩 杨" userId="41200b734dca50d2" providerId="LiveId" clId="{7D17997F-4B30-4868-BF87-2CC9F4EE1198}" dt="2026-05-25T09:27:25.905" v="586"/>
          <ac:spMkLst>
            <pc:docMk/>
            <pc:sldMk cId="2894285672" sldId="2010"/>
            <ac:spMk id="24" creationId="{91BD384F-EEB3-032F-5247-C1D7CA0393F8}"/>
          </ac:spMkLst>
        </pc:spChg>
        <pc:picChg chg="add mod">
          <ac:chgData name="佳轩 杨" userId="41200b734dca50d2" providerId="LiveId" clId="{7D17997F-4B30-4868-BF87-2CC9F4EE1198}" dt="2026-05-25T06:55:12.447" v="257"/>
          <ac:picMkLst>
            <pc:docMk/>
            <pc:sldMk cId="2894285672" sldId="2010"/>
            <ac:picMk id="3" creationId="{6E2224DD-933C-75E2-C715-2A0A98A1A915}"/>
          </ac:picMkLst>
        </pc:picChg>
      </pc:sldChg>
      <pc:sldChg chg="addSp delSp modSp add mod">
        <pc:chgData name="佳轩 杨" userId="41200b734dca50d2" providerId="LiveId" clId="{7D17997F-4B30-4868-BF87-2CC9F4EE1198}" dt="2026-05-25T10:03:40.102" v="711" actId="20577"/>
        <pc:sldMkLst>
          <pc:docMk/>
          <pc:sldMk cId="4084998582" sldId="2011"/>
        </pc:sldMkLst>
        <pc:spChg chg="add del">
          <ac:chgData name="佳轩 杨" userId="41200b734dca50d2" providerId="LiveId" clId="{7D17997F-4B30-4868-BF87-2CC9F4EE1198}" dt="2026-05-25T09:26:48.407" v="585"/>
          <ac:spMkLst>
            <pc:docMk/>
            <pc:sldMk cId="4084998582" sldId="2011"/>
            <ac:spMk id="5" creationId="{7FB87AD5-936D-B050-B582-38001B406D8B}"/>
          </ac:spMkLst>
        </pc:spChg>
        <pc:spChg chg="add del mod">
          <ac:chgData name="佳轩 杨" userId="41200b734dca50d2" providerId="LiveId" clId="{7D17997F-4B30-4868-BF87-2CC9F4EE1198}" dt="2026-05-25T09:27:53.425" v="589" actId="478"/>
          <ac:spMkLst>
            <pc:docMk/>
            <pc:sldMk cId="4084998582" sldId="2011"/>
            <ac:spMk id="6" creationId="{918202E8-25A8-F972-BF99-665B6EF9DC8B}"/>
          </ac:spMkLst>
        </pc:spChg>
        <pc:spChg chg="add mod">
          <ac:chgData name="佳轩 杨" userId="41200b734dca50d2" providerId="LiveId" clId="{7D17997F-4B30-4868-BF87-2CC9F4EE1198}" dt="2026-05-25T09:27:51.233" v="588"/>
          <ac:spMkLst>
            <pc:docMk/>
            <pc:sldMk cId="4084998582" sldId="2011"/>
            <ac:spMk id="7" creationId="{807EE50C-6E8F-88B8-0598-A8A2B64EBE1F}"/>
          </ac:spMkLst>
        </pc:spChg>
        <pc:spChg chg="add mod">
          <ac:chgData name="佳轩 杨" userId="41200b734dca50d2" providerId="LiveId" clId="{7D17997F-4B30-4868-BF87-2CC9F4EE1198}" dt="2026-05-25T09:27:51.233" v="588"/>
          <ac:spMkLst>
            <pc:docMk/>
            <pc:sldMk cId="4084998582" sldId="2011"/>
            <ac:spMk id="8" creationId="{0230D49C-925D-FAE8-54AA-A514196642EE}"/>
          </ac:spMkLst>
        </pc:spChg>
        <pc:spChg chg="add mod">
          <ac:chgData name="佳轩 杨" userId="41200b734dca50d2" providerId="LiveId" clId="{7D17997F-4B30-4868-BF87-2CC9F4EE1198}" dt="2026-05-25T09:27:51.233" v="588"/>
          <ac:spMkLst>
            <pc:docMk/>
            <pc:sldMk cId="4084998582" sldId="2011"/>
            <ac:spMk id="9" creationId="{7A68664D-6FCE-7F5B-10D0-01C8BA18584F}"/>
          </ac:spMkLst>
        </pc:spChg>
        <pc:spChg chg="add mod">
          <ac:chgData name="佳轩 杨" userId="41200b734dca50d2" providerId="LiveId" clId="{7D17997F-4B30-4868-BF87-2CC9F4EE1198}" dt="2026-05-25T09:27:51.233" v="588"/>
          <ac:spMkLst>
            <pc:docMk/>
            <pc:sldMk cId="4084998582" sldId="2011"/>
            <ac:spMk id="10" creationId="{4E34267E-B93E-47A3-06A9-178C69EF6BDC}"/>
          </ac:spMkLst>
        </pc:spChg>
        <pc:spChg chg="add mod">
          <ac:chgData name="佳轩 杨" userId="41200b734dca50d2" providerId="LiveId" clId="{7D17997F-4B30-4868-BF87-2CC9F4EE1198}" dt="2026-05-25T09:27:51.233" v="588"/>
          <ac:spMkLst>
            <pc:docMk/>
            <pc:sldMk cId="4084998582" sldId="2011"/>
            <ac:spMk id="11" creationId="{B82CE66B-51ED-8C6B-36A7-FE8ED5DA17A2}"/>
          </ac:spMkLst>
        </pc:spChg>
        <pc:spChg chg="add mod">
          <ac:chgData name="佳轩 杨" userId="41200b734dca50d2" providerId="LiveId" clId="{7D17997F-4B30-4868-BF87-2CC9F4EE1198}" dt="2026-05-25T10:00:05.126" v="700" actId="14100"/>
          <ac:spMkLst>
            <pc:docMk/>
            <pc:sldMk cId="4084998582" sldId="2011"/>
            <ac:spMk id="13" creationId="{9D712B3E-1FD5-5C4F-8F78-B7EA1ED6FE7A}"/>
          </ac:spMkLst>
        </pc:spChg>
        <pc:spChg chg="add mod">
          <ac:chgData name="佳轩 杨" userId="41200b734dca50d2" providerId="LiveId" clId="{7D17997F-4B30-4868-BF87-2CC9F4EE1198}" dt="2026-05-25T10:00:02.511" v="699" actId="1076"/>
          <ac:spMkLst>
            <pc:docMk/>
            <pc:sldMk cId="4084998582" sldId="2011"/>
            <ac:spMk id="14" creationId="{80B1CCED-6460-16E0-A3EF-60A6355731EF}"/>
          </ac:spMkLst>
        </pc:spChg>
        <pc:spChg chg="add mod">
          <ac:chgData name="佳轩 杨" userId="41200b734dca50d2" providerId="LiveId" clId="{7D17997F-4B30-4868-BF87-2CC9F4EE1198}" dt="2026-05-25T10:03:40.102" v="711" actId="20577"/>
          <ac:spMkLst>
            <pc:docMk/>
            <pc:sldMk cId="4084998582" sldId="2011"/>
            <ac:spMk id="15" creationId="{FFD7CB6D-4486-909B-4B46-664EACE78E33}"/>
          </ac:spMkLst>
        </pc:spChg>
        <pc:graphicFrameChg chg="del modGraphic">
          <ac:chgData name="佳轩 杨" userId="41200b734dca50d2" providerId="LiveId" clId="{7D17997F-4B30-4868-BF87-2CC9F4EE1198}" dt="2026-05-25T09:37:43.720" v="592" actId="478"/>
          <ac:graphicFrameMkLst>
            <pc:docMk/>
            <pc:sldMk cId="4084998582" sldId="2011"/>
            <ac:graphicFrameMk id="12" creationId="{9C9C5C79-9C75-F71E-1C3B-791B27D0057F}"/>
          </ac:graphicFrameMkLst>
        </pc:graphicFrameChg>
        <pc:graphicFrameChg chg="add mod modGraphic">
          <ac:chgData name="佳轩 杨" userId="41200b734dca50d2" providerId="LiveId" clId="{7D17997F-4B30-4868-BF87-2CC9F4EE1198}" dt="2026-05-25T10:01:56.335" v="710" actId="14734"/>
          <ac:graphicFrameMkLst>
            <pc:docMk/>
            <pc:sldMk cId="4084998582" sldId="2011"/>
            <ac:graphicFrameMk id="17" creationId="{26A15777-FC1F-6263-0344-1E4E782E5DEF}"/>
          </ac:graphicFrameMkLst>
        </pc:graphicFrameChg>
        <pc:picChg chg="add mod">
          <ac:chgData name="佳轩 杨" userId="41200b734dca50d2" providerId="LiveId" clId="{7D17997F-4B30-4868-BF87-2CC9F4EE1198}" dt="2026-05-25T09:27:51.233" v="588"/>
          <ac:picMkLst>
            <pc:docMk/>
            <pc:sldMk cId="4084998582" sldId="2011"/>
            <ac:picMk id="16" creationId="{F4DC7E4D-FD61-4E1A-2E0D-DC74988F3095}"/>
          </ac:picMkLst>
        </pc:picChg>
      </pc:sldChg>
      <pc:sldChg chg="modSp add mod ord">
        <pc:chgData name="佳轩 杨" userId="41200b734dca50d2" providerId="LiveId" clId="{7D17997F-4B30-4868-BF87-2CC9F4EE1198}" dt="2026-05-25T07:39:13.747" v="577" actId="208"/>
        <pc:sldMkLst>
          <pc:docMk/>
          <pc:sldMk cId="1884570066" sldId="2012"/>
        </pc:sldMkLst>
        <pc:spChg chg="mod">
          <ac:chgData name="佳轩 杨" userId="41200b734dca50d2" providerId="LiveId" clId="{7D17997F-4B30-4868-BF87-2CC9F4EE1198}" dt="2026-05-25T07:39:13.747" v="577" actId="208"/>
          <ac:spMkLst>
            <pc:docMk/>
            <pc:sldMk cId="1884570066" sldId="2012"/>
            <ac:spMk id="2" creationId="{F9D09E60-5E13-0341-A6E3-7CD9D903E0EB}"/>
          </ac:spMkLst>
        </pc:spChg>
        <pc:spChg chg="mod">
          <ac:chgData name="佳轩 杨" userId="41200b734dca50d2" providerId="LiveId" clId="{7D17997F-4B30-4868-BF87-2CC9F4EE1198}" dt="2026-05-25T07:38:42.722" v="569" actId="207"/>
          <ac:spMkLst>
            <pc:docMk/>
            <pc:sldMk cId="1884570066" sldId="2012"/>
            <ac:spMk id="3" creationId="{29D019BC-57D7-E60A-F56C-8FF736D523E0}"/>
          </ac:spMkLst>
        </pc:spChg>
        <pc:spChg chg="mod">
          <ac:chgData name="佳轩 杨" userId="41200b734dca50d2" providerId="LiveId" clId="{7D17997F-4B30-4868-BF87-2CC9F4EE1198}" dt="2026-05-25T07:38:56.564" v="573" actId="207"/>
          <ac:spMkLst>
            <pc:docMk/>
            <pc:sldMk cId="1884570066" sldId="2012"/>
            <ac:spMk id="4" creationId="{225E47DA-583D-0839-5C9A-4AB932915982}"/>
          </ac:spMkLst>
        </pc:spChg>
        <pc:spChg chg="mod">
          <ac:chgData name="佳轩 杨" userId="41200b734dca50d2" providerId="LiveId" clId="{7D17997F-4B30-4868-BF87-2CC9F4EE1198}" dt="2026-05-25T07:39:03.859" v="574" actId="208"/>
          <ac:spMkLst>
            <pc:docMk/>
            <pc:sldMk cId="1884570066" sldId="2012"/>
            <ac:spMk id="23" creationId="{1059E55C-E597-10F3-0823-0854DA624C80}"/>
          </ac:spMkLst>
        </pc:spChg>
        <pc:spChg chg="mod">
          <ac:chgData name="佳轩 杨" userId="41200b734dca50d2" providerId="LiveId" clId="{7D17997F-4B30-4868-BF87-2CC9F4EE1198}" dt="2026-05-25T07:38:36.506" v="568" actId="207"/>
          <ac:spMkLst>
            <pc:docMk/>
            <pc:sldMk cId="1884570066" sldId="2012"/>
            <ac:spMk id="44" creationId="{08E7381D-5307-961A-7387-C383F7330A1F}"/>
          </ac:spMkLst>
        </pc:spChg>
        <pc:spChg chg="mod">
          <ac:chgData name="佳轩 杨" userId="41200b734dca50d2" providerId="LiveId" clId="{7D17997F-4B30-4868-BF87-2CC9F4EE1198}" dt="2026-05-25T07:38:47.987" v="570" actId="207"/>
          <ac:spMkLst>
            <pc:docMk/>
            <pc:sldMk cId="1884570066" sldId="2012"/>
            <ac:spMk id="45" creationId="{681EB7D7-9910-5E79-F68E-324182FB2A72}"/>
          </ac:spMkLst>
        </pc:spChg>
        <pc:spChg chg="mod">
          <ac:chgData name="佳轩 杨" userId="41200b734dca50d2" providerId="LiveId" clId="{7D17997F-4B30-4868-BF87-2CC9F4EE1198}" dt="2026-05-25T07:39:08.562" v="575" actId="208"/>
          <ac:spMkLst>
            <pc:docMk/>
            <pc:sldMk cId="1884570066" sldId="2012"/>
            <ac:spMk id="51" creationId="{6B2D1E32-D9C9-4CF8-D386-062399773268}"/>
          </ac:spMkLst>
        </pc:spChg>
        <pc:spChg chg="mod">
          <ac:chgData name="佳轩 杨" userId="41200b734dca50d2" providerId="LiveId" clId="{7D17997F-4B30-4868-BF87-2CC9F4EE1198}" dt="2026-05-25T07:38:30.606" v="566" actId="207"/>
          <ac:spMkLst>
            <pc:docMk/>
            <pc:sldMk cId="1884570066" sldId="2012"/>
            <ac:spMk id="52" creationId="{0AD00B9D-3289-3CB6-AECD-0A3173162015}"/>
          </ac:spMkLst>
        </pc:spChg>
        <pc:spChg chg="mod">
          <ac:chgData name="佳轩 杨" userId="41200b734dca50d2" providerId="LiveId" clId="{7D17997F-4B30-4868-BF87-2CC9F4EE1198}" dt="2026-05-25T07:38:51.432" v="571" actId="207"/>
          <ac:spMkLst>
            <pc:docMk/>
            <pc:sldMk cId="1884570066" sldId="2012"/>
            <ac:spMk id="53" creationId="{31EFF4F3-F4B8-08C0-D057-B296EA786AEC}"/>
          </ac:spMkLst>
        </pc:spChg>
        <pc:spChg chg="mod">
          <ac:chgData name="佳轩 杨" userId="41200b734dca50d2" providerId="LiveId" clId="{7D17997F-4B30-4868-BF87-2CC9F4EE1198}" dt="2026-05-25T07:39:11.248" v="576" actId="208"/>
          <ac:spMkLst>
            <pc:docMk/>
            <pc:sldMk cId="1884570066" sldId="2012"/>
            <ac:spMk id="55" creationId="{2CF87856-77A6-388B-487C-51FE6C917412}"/>
          </ac:spMkLst>
        </pc:spChg>
        <pc:spChg chg="mod">
          <ac:chgData name="佳轩 杨" userId="41200b734dca50d2" providerId="LiveId" clId="{7D17997F-4B30-4868-BF87-2CC9F4EE1198}" dt="2026-05-25T07:38:33.906" v="567" actId="207"/>
          <ac:spMkLst>
            <pc:docMk/>
            <pc:sldMk cId="1884570066" sldId="2012"/>
            <ac:spMk id="56" creationId="{DC099409-BD83-2E02-AFDD-7AF5DF11BDC2}"/>
          </ac:spMkLst>
        </pc:spChg>
        <pc:spChg chg="mod">
          <ac:chgData name="佳轩 杨" userId="41200b734dca50d2" providerId="LiveId" clId="{7D17997F-4B30-4868-BF87-2CC9F4EE1198}" dt="2026-05-25T07:38:54.141" v="572" actId="207"/>
          <ac:spMkLst>
            <pc:docMk/>
            <pc:sldMk cId="1884570066" sldId="2012"/>
            <ac:spMk id="57" creationId="{EA21F695-B206-1056-AAB8-E58569DEA647}"/>
          </ac:spMkLst>
        </pc:spChg>
      </pc:sldChg>
      <pc:sldChg chg="addSp delSp modSp add mod delAnim">
        <pc:chgData name="佳轩 杨" userId="41200b734dca50d2" providerId="LiveId" clId="{7D17997F-4B30-4868-BF87-2CC9F4EE1198}" dt="2026-05-26T03:35:57.007" v="3618" actId="20577"/>
        <pc:sldMkLst>
          <pc:docMk/>
          <pc:sldMk cId="1059987243" sldId="2013"/>
        </pc:sldMkLst>
        <pc:spChg chg="add mod">
          <ac:chgData name="佳轩 杨" userId="41200b734dca50d2" providerId="LiveId" clId="{7D17997F-4B30-4868-BF87-2CC9F4EE1198}" dt="2026-05-25T10:31:11.533" v="1066" actId="1076"/>
          <ac:spMkLst>
            <pc:docMk/>
            <pc:sldMk cId="1059987243" sldId="2013"/>
            <ac:spMk id="7" creationId="{7FFBFDD0-5D56-2E38-6543-2FCDED38259C}"/>
          </ac:spMkLst>
        </pc:spChg>
        <pc:spChg chg="del">
          <ac:chgData name="佳轩 杨" userId="41200b734dca50d2" providerId="LiveId" clId="{7D17997F-4B30-4868-BF87-2CC9F4EE1198}" dt="2026-05-25T10:31:36.677" v="1072" actId="478"/>
          <ac:spMkLst>
            <pc:docMk/>
            <pc:sldMk cId="1059987243" sldId="2013"/>
            <ac:spMk id="8" creationId="{1304A76A-471E-3662-6A10-0E6638A700AF}"/>
          </ac:spMkLst>
        </pc:spChg>
        <pc:spChg chg="add mod">
          <ac:chgData name="佳轩 杨" userId="41200b734dca50d2" providerId="LiveId" clId="{7D17997F-4B30-4868-BF87-2CC9F4EE1198}" dt="2026-05-25T10:31:22.925" v="1069" actId="1076"/>
          <ac:spMkLst>
            <pc:docMk/>
            <pc:sldMk cId="1059987243" sldId="2013"/>
            <ac:spMk id="9" creationId="{2E55EA54-B7E1-2AD7-5254-69B0A153AAC8}"/>
          </ac:spMkLst>
        </pc:spChg>
        <pc:spChg chg="del">
          <ac:chgData name="佳轩 杨" userId="41200b734dca50d2" providerId="LiveId" clId="{7D17997F-4B30-4868-BF87-2CC9F4EE1198}" dt="2026-05-25T10:31:14.360" v="1067" actId="478"/>
          <ac:spMkLst>
            <pc:docMk/>
            <pc:sldMk cId="1059987243" sldId="2013"/>
            <ac:spMk id="14" creationId="{791895C6-D7BC-889D-AFF2-97C6476B4219}"/>
          </ac:spMkLst>
        </pc:spChg>
        <pc:spChg chg="mod">
          <ac:chgData name="佳轩 杨" userId="41200b734dca50d2" providerId="LiveId" clId="{7D17997F-4B30-4868-BF87-2CC9F4EE1198}" dt="2026-05-25T10:44:30.413" v="1298" actId="1076"/>
          <ac:spMkLst>
            <pc:docMk/>
            <pc:sldMk cId="1059987243" sldId="2013"/>
            <ac:spMk id="15" creationId="{D4C3FA35-38E1-FA7D-E5AC-854F4039C2E8}"/>
          </ac:spMkLst>
        </pc:spChg>
        <pc:spChg chg="mod">
          <ac:chgData name="佳轩 杨" userId="41200b734dca50d2" providerId="LiveId" clId="{7D17997F-4B30-4868-BF87-2CC9F4EE1198}" dt="2026-05-25T10:31:02.924" v="1064" actId="108"/>
          <ac:spMkLst>
            <pc:docMk/>
            <pc:sldMk cId="1059987243" sldId="2013"/>
            <ac:spMk id="17" creationId="{19D283B8-FE71-6389-77DE-0A5667D5C159}"/>
          </ac:spMkLst>
        </pc:spChg>
        <pc:spChg chg="mod">
          <ac:chgData name="佳轩 杨" userId="41200b734dca50d2" providerId="LiveId" clId="{7D17997F-4B30-4868-BF87-2CC9F4EE1198}" dt="2026-05-25T10:44:36.890" v="1299" actId="1076"/>
          <ac:spMkLst>
            <pc:docMk/>
            <pc:sldMk cId="1059987243" sldId="2013"/>
            <ac:spMk id="18" creationId="{6ED52874-749D-FCD3-403E-3352E3790A49}"/>
          </ac:spMkLst>
        </pc:spChg>
        <pc:spChg chg="mod">
          <ac:chgData name="佳轩 杨" userId="41200b734dca50d2" providerId="LiveId" clId="{7D17997F-4B30-4868-BF87-2CC9F4EE1198}" dt="2026-05-25T10:47:23.964" v="1350" actId="14100"/>
          <ac:spMkLst>
            <pc:docMk/>
            <pc:sldMk cId="1059987243" sldId="2013"/>
            <ac:spMk id="19" creationId="{49263E40-B7E3-6498-73ED-15DBC9994F5A}"/>
          </ac:spMkLst>
        </pc:spChg>
        <pc:spChg chg="add mod">
          <ac:chgData name="佳轩 杨" userId="41200b734dca50d2" providerId="LiveId" clId="{7D17997F-4B30-4868-BF87-2CC9F4EE1198}" dt="2026-05-25T10:56:51.473" v="1517" actId="1076"/>
          <ac:spMkLst>
            <pc:docMk/>
            <pc:sldMk cId="1059987243" sldId="2013"/>
            <ac:spMk id="21" creationId="{CAEFB846-9FD1-12BA-8103-17D47DA2F1B7}"/>
          </ac:spMkLst>
        </pc:spChg>
        <pc:spChg chg="add mod">
          <ac:chgData name="佳轩 杨" userId="41200b734dca50d2" providerId="LiveId" clId="{7D17997F-4B30-4868-BF87-2CC9F4EE1198}" dt="2026-05-25T10:48:49.632" v="1369" actId="1076"/>
          <ac:spMkLst>
            <pc:docMk/>
            <pc:sldMk cId="1059987243" sldId="2013"/>
            <ac:spMk id="22" creationId="{F21BB501-C504-BE8D-A8C7-FD9A9385982D}"/>
          </ac:spMkLst>
        </pc:spChg>
        <pc:spChg chg="add mod">
          <ac:chgData name="佳轩 杨" userId="41200b734dca50d2" providerId="LiveId" clId="{7D17997F-4B30-4868-BF87-2CC9F4EE1198}" dt="2026-05-25T11:05:08.707" v="1624" actId="14100"/>
          <ac:spMkLst>
            <pc:docMk/>
            <pc:sldMk cId="1059987243" sldId="2013"/>
            <ac:spMk id="23" creationId="{DC6F33CF-4CB6-F8C0-55B1-F6E890621844}"/>
          </ac:spMkLst>
        </pc:spChg>
        <pc:spChg chg="del">
          <ac:chgData name="佳轩 杨" userId="41200b734dca50d2" providerId="LiveId" clId="{7D17997F-4B30-4868-BF87-2CC9F4EE1198}" dt="2026-05-25T10:31:35.175" v="1071" actId="478"/>
          <ac:spMkLst>
            <pc:docMk/>
            <pc:sldMk cId="1059987243" sldId="2013"/>
            <ac:spMk id="24" creationId="{1A4EB200-9890-1C0C-E81A-312E780417B7}"/>
          </ac:spMkLst>
        </pc:spChg>
        <pc:spChg chg="add del mod">
          <ac:chgData name="佳轩 杨" userId="41200b734dca50d2" providerId="LiveId" clId="{7D17997F-4B30-4868-BF87-2CC9F4EE1198}" dt="2026-05-25T10:50:16.635" v="1390" actId="478"/>
          <ac:spMkLst>
            <pc:docMk/>
            <pc:sldMk cId="1059987243" sldId="2013"/>
            <ac:spMk id="25" creationId="{19ABD54A-028C-839A-BDCE-1C62F696A19D}"/>
          </ac:spMkLst>
        </pc:spChg>
        <pc:spChg chg="add mod">
          <ac:chgData name="佳轩 杨" userId="41200b734dca50d2" providerId="LiveId" clId="{7D17997F-4B30-4868-BF87-2CC9F4EE1198}" dt="2026-05-25T10:57:05.524" v="1521" actId="14100"/>
          <ac:spMkLst>
            <pc:docMk/>
            <pc:sldMk cId="1059987243" sldId="2013"/>
            <ac:spMk id="26" creationId="{7C0CB5AF-7305-0480-F6A9-DC608F33DBC1}"/>
          </ac:spMkLst>
        </pc:spChg>
        <pc:spChg chg="add del mod">
          <ac:chgData name="佳轩 杨" userId="41200b734dca50d2" providerId="LiveId" clId="{7D17997F-4B30-4868-BF87-2CC9F4EE1198}" dt="2026-05-25T10:52:05.431" v="1415" actId="478"/>
          <ac:spMkLst>
            <pc:docMk/>
            <pc:sldMk cId="1059987243" sldId="2013"/>
            <ac:spMk id="27" creationId="{FDCDE320-1A5C-715A-2495-5E19CF53CE9A}"/>
          </ac:spMkLst>
        </pc:spChg>
        <pc:spChg chg="del">
          <ac:chgData name="佳轩 杨" userId="41200b734dca50d2" providerId="LiveId" clId="{7D17997F-4B30-4868-BF87-2CC9F4EE1198}" dt="2026-05-25T10:31:35.175" v="1071" actId="478"/>
          <ac:spMkLst>
            <pc:docMk/>
            <pc:sldMk cId="1059987243" sldId="2013"/>
            <ac:spMk id="28" creationId="{9A31CCA6-A879-0D8C-3AF1-29A57E8C5064}"/>
          </ac:spMkLst>
        </pc:spChg>
        <pc:spChg chg="add mod">
          <ac:chgData name="佳轩 杨" userId="41200b734dca50d2" providerId="LiveId" clId="{7D17997F-4B30-4868-BF87-2CC9F4EE1198}" dt="2026-05-25T10:52:25.097" v="1454" actId="1076"/>
          <ac:spMkLst>
            <pc:docMk/>
            <pc:sldMk cId="1059987243" sldId="2013"/>
            <ac:spMk id="30" creationId="{6CD56B23-0AFB-DCEC-98D8-4FADECB1531B}"/>
          </ac:spMkLst>
        </pc:spChg>
        <pc:spChg chg="del">
          <ac:chgData name="佳轩 杨" userId="41200b734dca50d2" providerId="LiveId" clId="{7D17997F-4B30-4868-BF87-2CC9F4EE1198}" dt="2026-05-25T10:31:39.213" v="1075" actId="478"/>
          <ac:spMkLst>
            <pc:docMk/>
            <pc:sldMk cId="1059987243" sldId="2013"/>
            <ac:spMk id="33" creationId="{29C92F07-E5EA-B652-68DE-D3390699EFC1}"/>
          </ac:spMkLst>
        </pc:spChg>
        <pc:spChg chg="mod">
          <ac:chgData name="佳轩 杨" userId="41200b734dca50d2" providerId="LiveId" clId="{7D17997F-4B30-4868-BF87-2CC9F4EE1198}" dt="2026-05-26T03:35:57.007" v="3618" actId="20577"/>
          <ac:spMkLst>
            <pc:docMk/>
            <pc:sldMk cId="1059987243" sldId="2013"/>
            <ac:spMk id="34" creationId="{2D0609C8-324D-960E-1FE1-B22989A69C83}"/>
          </ac:spMkLst>
        </pc:spChg>
        <pc:spChg chg="del">
          <ac:chgData name="佳轩 杨" userId="41200b734dca50d2" providerId="LiveId" clId="{7D17997F-4B30-4868-BF87-2CC9F4EE1198}" dt="2026-05-25T10:31:35.175" v="1071" actId="478"/>
          <ac:spMkLst>
            <pc:docMk/>
            <pc:sldMk cId="1059987243" sldId="2013"/>
            <ac:spMk id="39" creationId="{25C7AE6D-D54E-C169-9B8D-556640E9A773}"/>
          </ac:spMkLst>
        </pc:spChg>
        <pc:spChg chg="del">
          <ac:chgData name="佳轩 杨" userId="41200b734dca50d2" providerId="LiveId" clId="{7D17997F-4B30-4868-BF87-2CC9F4EE1198}" dt="2026-05-25T10:31:35.175" v="1071" actId="478"/>
          <ac:spMkLst>
            <pc:docMk/>
            <pc:sldMk cId="1059987243" sldId="2013"/>
            <ac:spMk id="41" creationId="{FBD7EC71-FD81-DD80-62B6-41A9724DBA75}"/>
          </ac:spMkLst>
        </pc:spChg>
        <pc:picChg chg="del">
          <ac:chgData name="佳轩 杨" userId="41200b734dca50d2" providerId="LiveId" clId="{7D17997F-4B30-4868-BF87-2CC9F4EE1198}" dt="2026-05-25T10:31:35.175" v="1071" actId="478"/>
          <ac:picMkLst>
            <pc:docMk/>
            <pc:sldMk cId="1059987243" sldId="2013"/>
            <ac:picMk id="6" creationId="{CCA50EE0-6973-6A19-9C50-9E9B5A51DB75}"/>
          </ac:picMkLst>
        </pc:picChg>
        <pc:picChg chg="add mod">
          <ac:chgData name="佳轩 杨" userId="41200b734dca50d2" providerId="LiveId" clId="{7D17997F-4B30-4868-BF87-2CC9F4EE1198}" dt="2026-05-25T10:56:51.473" v="1517" actId="1076"/>
          <ac:picMkLst>
            <pc:docMk/>
            <pc:sldMk cId="1059987243" sldId="2013"/>
            <ac:picMk id="10" creationId="{767B278E-C60F-8251-7B30-8E66D07A5D88}"/>
          </ac:picMkLst>
        </pc:picChg>
        <pc:picChg chg="add mod">
          <ac:chgData name="佳轩 杨" userId="41200b734dca50d2" providerId="LiveId" clId="{7D17997F-4B30-4868-BF87-2CC9F4EE1198}" dt="2026-05-25T10:48:49.632" v="1369" actId="1076"/>
          <ac:picMkLst>
            <pc:docMk/>
            <pc:sldMk cId="1059987243" sldId="2013"/>
            <ac:picMk id="11" creationId="{D02D471A-9C01-B86B-BBC5-CBA8AAA4FFD3}"/>
          </ac:picMkLst>
        </pc:picChg>
        <pc:picChg chg="add mod">
          <ac:chgData name="佳轩 杨" userId="41200b734dca50d2" providerId="LiveId" clId="{7D17997F-4B30-4868-BF87-2CC9F4EE1198}" dt="2026-05-25T10:50:43.284" v="1394" actId="1076"/>
          <ac:picMkLst>
            <pc:docMk/>
            <pc:sldMk cId="1059987243" sldId="2013"/>
            <ac:picMk id="12" creationId="{8AD2430C-3F8C-AA1E-4B25-87AD52B60E28}"/>
          </ac:picMkLst>
        </pc:picChg>
        <pc:picChg chg="del">
          <ac:chgData name="佳轩 杨" userId="41200b734dca50d2" providerId="LiveId" clId="{7D17997F-4B30-4868-BF87-2CC9F4EE1198}" dt="2026-05-25T10:31:37.973" v="1074" actId="478"/>
          <ac:picMkLst>
            <pc:docMk/>
            <pc:sldMk cId="1059987243" sldId="2013"/>
            <ac:picMk id="29" creationId="{70496D70-2202-F756-4070-BA5C41169ADB}"/>
          </ac:picMkLst>
        </pc:picChg>
        <pc:picChg chg="del">
          <ac:chgData name="佳轩 杨" userId="41200b734dca50d2" providerId="LiveId" clId="{7D17997F-4B30-4868-BF87-2CC9F4EE1198}" dt="2026-05-25T10:31:35.175" v="1071" actId="478"/>
          <ac:picMkLst>
            <pc:docMk/>
            <pc:sldMk cId="1059987243" sldId="2013"/>
            <ac:picMk id="35" creationId="{7BE7B711-246E-FAF4-1B15-47AA71B57119}"/>
          </ac:picMkLst>
        </pc:picChg>
        <pc:cxnChg chg="del">
          <ac:chgData name="佳轩 杨" userId="41200b734dca50d2" providerId="LiveId" clId="{7D17997F-4B30-4868-BF87-2CC9F4EE1198}" dt="2026-05-25T10:31:37.392" v="1073" actId="478"/>
          <ac:cxnSpMkLst>
            <pc:docMk/>
            <pc:sldMk cId="1059987243" sldId="2013"/>
            <ac:cxnSpMk id="20" creationId="{7E130209-D4CF-D5F5-6C6D-4DF2C34303F9}"/>
          </ac:cxnSpMkLst>
        </pc:cxnChg>
      </pc:sldChg>
      <pc:sldChg chg="addSp delSp modSp add mod delAnim">
        <pc:chgData name="佳轩 杨" userId="41200b734dca50d2" providerId="LiveId" clId="{7D17997F-4B30-4868-BF87-2CC9F4EE1198}" dt="2026-05-26T03:44:50.025" v="3683" actId="14100"/>
        <pc:sldMkLst>
          <pc:docMk/>
          <pc:sldMk cId="1510694391" sldId="2014"/>
        </pc:sldMkLst>
        <pc:spChg chg="mod">
          <ac:chgData name="佳轩 杨" userId="41200b734dca50d2" providerId="LiveId" clId="{7D17997F-4B30-4868-BF87-2CC9F4EE1198}" dt="2026-05-25T10:52:57.573" v="1455" actId="108"/>
          <ac:spMkLst>
            <pc:docMk/>
            <pc:sldMk cId="1510694391" sldId="2014"/>
            <ac:spMk id="4" creationId="{4DC4E022-F6A5-C84E-11B0-A079563063EE}"/>
          </ac:spMkLst>
        </pc:spChg>
        <pc:spChg chg="add mod">
          <ac:chgData name="佳轩 杨" userId="41200b734dca50d2" providerId="LiveId" clId="{7D17997F-4B30-4868-BF87-2CC9F4EE1198}" dt="2026-05-25T10:53:10.258" v="1459" actId="1076"/>
          <ac:spMkLst>
            <pc:docMk/>
            <pc:sldMk cId="1510694391" sldId="2014"/>
            <ac:spMk id="7" creationId="{9B4DC41F-95FB-402D-0FC5-BB7AB0138450}"/>
          </ac:spMkLst>
        </pc:spChg>
        <pc:spChg chg="mod">
          <ac:chgData name="佳轩 杨" userId="41200b734dca50d2" providerId="LiveId" clId="{7D17997F-4B30-4868-BF87-2CC9F4EE1198}" dt="2026-05-25T10:56:31.112" v="1513" actId="14100"/>
          <ac:spMkLst>
            <pc:docMk/>
            <pc:sldMk cId="1510694391" sldId="2014"/>
            <ac:spMk id="8" creationId="{1304A76A-471E-3662-6A10-0E6638A700AF}"/>
          </ac:spMkLst>
        </pc:spChg>
        <pc:spChg chg="add mod">
          <ac:chgData name="佳轩 杨" userId="41200b734dca50d2" providerId="LiveId" clId="{7D17997F-4B30-4868-BF87-2CC9F4EE1198}" dt="2026-05-25T10:53:25.633" v="1462" actId="1076"/>
          <ac:spMkLst>
            <pc:docMk/>
            <pc:sldMk cId="1510694391" sldId="2014"/>
            <ac:spMk id="9" creationId="{BCE2A2C6-A0D1-48D5-132A-71ADCB69FB86}"/>
          </ac:spMkLst>
        </pc:spChg>
        <pc:spChg chg="del">
          <ac:chgData name="佳轩 杨" userId="41200b734dca50d2" providerId="LiveId" clId="{7D17997F-4B30-4868-BF87-2CC9F4EE1198}" dt="2026-05-25T10:53:15.680" v="1461" actId="478"/>
          <ac:spMkLst>
            <pc:docMk/>
            <pc:sldMk cId="1510694391" sldId="2014"/>
            <ac:spMk id="14" creationId="{791895C6-D7BC-889D-AFF2-97C6476B4219}"/>
          </ac:spMkLst>
        </pc:spChg>
        <pc:spChg chg="mod">
          <ac:chgData name="佳轩 杨" userId="41200b734dca50d2" providerId="LiveId" clId="{7D17997F-4B30-4868-BF87-2CC9F4EE1198}" dt="2026-05-25T10:56:20.870" v="1510" actId="1076"/>
          <ac:spMkLst>
            <pc:docMk/>
            <pc:sldMk cId="1510694391" sldId="2014"/>
            <ac:spMk id="15" creationId="{D4C3FA35-38E1-FA7D-E5AC-854F4039C2E8}"/>
          </ac:spMkLst>
        </pc:spChg>
        <pc:spChg chg="del">
          <ac:chgData name="佳轩 杨" userId="41200b734dca50d2" providerId="LiveId" clId="{7D17997F-4B30-4868-BF87-2CC9F4EE1198}" dt="2026-05-25T10:54:03.155" v="1468" actId="478"/>
          <ac:spMkLst>
            <pc:docMk/>
            <pc:sldMk cId="1510694391" sldId="2014"/>
            <ac:spMk id="18" creationId="{6ED52874-749D-FCD3-403E-3352E3790A49}"/>
          </ac:spMkLst>
        </pc:spChg>
        <pc:spChg chg="del">
          <ac:chgData name="佳轩 杨" userId="41200b734dca50d2" providerId="LiveId" clId="{7D17997F-4B30-4868-BF87-2CC9F4EE1198}" dt="2026-05-25T10:54:02.292" v="1467" actId="478"/>
          <ac:spMkLst>
            <pc:docMk/>
            <pc:sldMk cId="1510694391" sldId="2014"/>
            <ac:spMk id="19" creationId="{49263E40-B7E3-6498-73ED-15DBC9994F5A}"/>
          </ac:spMkLst>
        </pc:spChg>
        <pc:spChg chg="mod">
          <ac:chgData name="佳轩 杨" userId="41200b734dca50d2" providerId="LiveId" clId="{7D17997F-4B30-4868-BF87-2CC9F4EE1198}" dt="2026-05-25T10:56:25.914" v="1511" actId="1076"/>
          <ac:spMkLst>
            <pc:docMk/>
            <pc:sldMk cId="1510694391" sldId="2014"/>
            <ac:spMk id="24" creationId="{1A4EB200-9890-1C0C-E81A-312E780417B7}"/>
          </ac:spMkLst>
        </pc:spChg>
        <pc:spChg chg="del mod">
          <ac:chgData name="佳轩 杨" userId="41200b734dca50d2" providerId="LiveId" clId="{7D17997F-4B30-4868-BF87-2CC9F4EE1198}" dt="2026-05-25T11:03:54.368" v="1617" actId="478"/>
          <ac:spMkLst>
            <pc:docMk/>
            <pc:sldMk cId="1510694391" sldId="2014"/>
            <ac:spMk id="28" creationId="{9A31CCA6-A879-0D8C-3AF1-29A57E8C5064}"/>
          </ac:spMkLst>
        </pc:spChg>
        <pc:spChg chg="add del">
          <ac:chgData name="佳轩 杨" userId="41200b734dca50d2" providerId="LiveId" clId="{7D17997F-4B30-4868-BF87-2CC9F4EE1198}" dt="2026-05-25T10:58:04.988" v="1530"/>
          <ac:spMkLst>
            <pc:docMk/>
            <pc:sldMk cId="1510694391" sldId="2014"/>
            <ac:spMk id="30" creationId="{16B65B75-BD7D-F049-B40D-9F6FE4CB7BC9}"/>
          </ac:spMkLst>
        </pc:spChg>
        <pc:spChg chg="add mod">
          <ac:chgData name="佳轩 杨" userId="41200b734dca50d2" providerId="LiveId" clId="{7D17997F-4B30-4868-BF87-2CC9F4EE1198}" dt="2026-05-25T10:59:11.233" v="1569" actId="20577"/>
          <ac:spMkLst>
            <pc:docMk/>
            <pc:sldMk cId="1510694391" sldId="2014"/>
            <ac:spMk id="31" creationId="{9E577B1F-2960-A383-505F-75A3BF5B968B}"/>
          </ac:spMkLst>
        </pc:spChg>
        <pc:spChg chg="add del mod">
          <ac:chgData name="佳轩 杨" userId="41200b734dca50d2" providerId="LiveId" clId="{7D17997F-4B30-4868-BF87-2CC9F4EE1198}" dt="2026-05-25T11:02:41.089" v="1613" actId="14100"/>
          <ac:spMkLst>
            <pc:docMk/>
            <pc:sldMk cId="1510694391" sldId="2014"/>
            <ac:spMk id="32" creationId="{B7AAE7FD-BA5A-A73B-B18E-DF4A301B05DC}"/>
          </ac:spMkLst>
        </pc:spChg>
        <pc:spChg chg="del">
          <ac:chgData name="佳轩 杨" userId="41200b734dca50d2" providerId="LiveId" clId="{7D17997F-4B30-4868-BF87-2CC9F4EE1198}" dt="2026-05-25T10:53:58.826" v="1465" actId="478"/>
          <ac:spMkLst>
            <pc:docMk/>
            <pc:sldMk cId="1510694391" sldId="2014"/>
            <ac:spMk id="33" creationId="{29C92F07-E5EA-B652-68DE-D3390699EFC1}"/>
          </ac:spMkLst>
        </pc:spChg>
        <pc:spChg chg="del">
          <ac:chgData name="佳轩 杨" userId="41200b734dca50d2" providerId="LiveId" clId="{7D17997F-4B30-4868-BF87-2CC9F4EE1198}" dt="2026-05-25T10:54:00.449" v="1466" actId="478"/>
          <ac:spMkLst>
            <pc:docMk/>
            <pc:sldMk cId="1510694391" sldId="2014"/>
            <ac:spMk id="34" creationId="{2D0609C8-324D-960E-1FE1-B22989A69C83}"/>
          </ac:spMkLst>
        </pc:spChg>
        <pc:spChg chg="add del mod">
          <ac:chgData name="佳轩 杨" userId="41200b734dca50d2" providerId="LiveId" clId="{7D17997F-4B30-4868-BF87-2CC9F4EE1198}" dt="2026-05-25T11:02:32.238" v="1611" actId="1076"/>
          <ac:spMkLst>
            <pc:docMk/>
            <pc:sldMk cId="1510694391" sldId="2014"/>
            <ac:spMk id="36" creationId="{F81D09CC-67C0-F67C-B85B-657F8106BF8A}"/>
          </ac:spMkLst>
        </pc:spChg>
        <pc:spChg chg="mod">
          <ac:chgData name="佳轩 杨" userId="41200b734dca50d2" providerId="LiveId" clId="{7D17997F-4B30-4868-BF87-2CC9F4EE1198}" dt="2026-05-26T03:44:50.025" v="3683" actId="14100"/>
          <ac:spMkLst>
            <pc:docMk/>
            <pc:sldMk cId="1510694391" sldId="2014"/>
            <ac:spMk id="39" creationId="{25C7AE6D-D54E-C169-9B8D-556640E9A773}"/>
          </ac:spMkLst>
        </pc:spChg>
        <pc:spChg chg="mod">
          <ac:chgData name="佳轩 杨" userId="41200b734dca50d2" providerId="LiveId" clId="{7D17997F-4B30-4868-BF87-2CC9F4EE1198}" dt="2026-05-26T03:44:45.210" v="3682" actId="20577"/>
          <ac:spMkLst>
            <pc:docMk/>
            <pc:sldMk cId="1510694391" sldId="2014"/>
            <ac:spMk id="41" creationId="{FBD7EC71-FD81-DD80-62B6-41A9724DBA75}"/>
          </ac:spMkLst>
        </pc:spChg>
        <pc:spChg chg="add mod">
          <ac:chgData name="佳轩 杨" userId="41200b734dca50d2" providerId="LiveId" clId="{7D17997F-4B30-4868-BF87-2CC9F4EE1198}" dt="2026-05-25T11:04:25.766" v="1621" actId="14100"/>
          <ac:spMkLst>
            <pc:docMk/>
            <pc:sldMk cId="1510694391" sldId="2014"/>
            <ac:spMk id="45" creationId="{82F36B5A-1D76-2DE0-A2AA-516C03BD2818}"/>
          </ac:spMkLst>
        </pc:spChg>
        <pc:spChg chg="add mod">
          <ac:chgData name="佳轩 杨" userId="41200b734dca50d2" providerId="LiveId" clId="{7D17997F-4B30-4868-BF87-2CC9F4EE1198}" dt="2026-05-26T03:09:17.138" v="3581" actId="20577"/>
          <ac:spMkLst>
            <pc:docMk/>
            <pc:sldMk cId="1510694391" sldId="2014"/>
            <ac:spMk id="46" creationId="{33328F03-BA69-3B15-207D-BB375C7C6F36}"/>
          </ac:spMkLst>
        </pc:spChg>
        <pc:picChg chg="del">
          <ac:chgData name="佳轩 杨" userId="41200b734dca50d2" providerId="LiveId" clId="{7D17997F-4B30-4868-BF87-2CC9F4EE1198}" dt="2026-05-25T10:54:04.066" v="1469" actId="478"/>
          <ac:picMkLst>
            <pc:docMk/>
            <pc:sldMk cId="1510694391" sldId="2014"/>
            <ac:picMk id="6" creationId="{CCA50EE0-6973-6A19-9C50-9E9B5A51DB75}"/>
          </ac:picMkLst>
        </pc:picChg>
        <pc:picChg chg="add mod ord">
          <ac:chgData name="佳轩 杨" userId="41200b734dca50d2" providerId="LiveId" clId="{7D17997F-4B30-4868-BF87-2CC9F4EE1198}" dt="2026-05-25T10:58:42.623" v="1538" actId="1076"/>
          <ac:picMkLst>
            <pc:docMk/>
            <pc:sldMk cId="1510694391" sldId="2014"/>
            <ac:picMk id="11" creationId="{23C20C97-3147-84BA-344C-D5873929AA8F}"/>
          </ac:picMkLst>
        </pc:picChg>
        <pc:picChg chg="add mod">
          <ac:chgData name="佳轩 杨" userId="41200b734dca50d2" providerId="LiveId" clId="{7D17997F-4B30-4868-BF87-2CC9F4EE1198}" dt="2026-05-25T10:56:25.914" v="1511" actId="1076"/>
          <ac:picMkLst>
            <pc:docMk/>
            <pc:sldMk cId="1510694391" sldId="2014"/>
            <ac:picMk id="23" creationId="{5292E999-98D3-148F-D2AB-AC4FE7A80215}"/>
          </ac:picMkLst>
        </pc:picChg>
        <pc:picChg chg="del">
          <ac:chgData name="佳轩 杨" userId="41200b734dca50d2" providerId="LiveId" clId="{7D17997F-4B30-4868-BF87-2CC9F4EE1198}" dt="2026-05-25T10:53:58.186" v="1464" actId="478"/>
          <ac:picMkLst>
            <pc:docMk/>
            <pc:sldMk cId="1510694391" sldId="2014"/>
            <ac:picMk id="29" creationId="{70496D70-2202-F756-4070-BA5C41169ADB}"/>
          </ac:picMkLst>
        </pc:picChg>
        <pc:picChg chg="del">
          <ac:chgData name="佳轩 杨" userId="41200b734dca50d2" providerId="LiveId" clId="{7D17997F-4B30-4868-BF87-2CC9F4EE1198}" dt="2026-05-25T10:53:55.498" v="1463" actId="478"/>
          <ac:picMkLst>
            <pc:docMk/>
            <pc:sldMk cId="1510694391" sldId="2014"/>
            <ac:picMk id="35" creationId="{7BE7B711-246E-FAF4-1B15-47AA71B57119}"/>
          </ac:picMkLst>
        </pc:picChg>
        <pc:picChg chg="add del mod">
          <ac:chgData name="佳轩 杨" userId="41200b734dca50d2" providerId="LiveId" clId="{7D17997F-4B30-4868-BF87-2CC9F4EE1198}" dt="2026-05-25T11:01:50.247" v="1598" actId="478"/>
          <ac:picMkLst>
            <pc:docMk/>
            <pc:sldMk cId="1510694391" sldId="2014"/>
            <ac:picMk id="38" creationId="{5700F19D-DAFC-F8CF-195A-571B39A734B8}"/>
          </ac:picMkLst>
        </pc:picChg>
        <pc:picChg chg="add mod">
          <ac:chgData name="佳轩 杨" userId="41200b734dca50d2" providerId="LiveId" clId="{7D17997F-4B30-4868-BF87-2CC9F4EE1198}" dt="2026-05-25T11:02:35.740" v="1612" actId="1076"/>
          <ac:picMkLst>
            <pc:docMk/>
            <pc:sldMk cId="1510694391" sldId="2014"/>
            <ac:picMk id="40" creationId="{743687F4-7351-6FC6-69E5-B48B0CDF8726}"/>
          </ac:picMkLst>
        </pc:picChg>
        <pc:cxnChg chg="mod">
          <ac:chgData name="佳轩 杨" userId="41200b734dca50d2" providerId="LiveId" clId="{7D17997F-4B30-4868-BF87-2CC9F4EE1198}" dt="2026-05-25T10:56:28.314" v="1512" actId="14100"/>
          <ac:cxnSpMkLst>
            <pc:docMk/>
            <pc:sldMk cId="1510694391" sldId="2014"/>
            <ac:cxnSpMk id="20" creationId="{7E130209-D4CF-D5F5-6C6D-4DF2C34303F9}"/>
          </ac:cxnSpMkLst>
        </pc:cxnChg>
        <pc:cxnChg chg="add del mod">
          <ac:chgData name="佳轩 杨" userId="41200b734dca50d2" providerId="LiveId" clId="{7D17997F-4B30-4868-BF87-2CC9F4EE1198}" dt="2026-05-25T11:03:52.175" v="1616" actId="14100"/>
          <ac:cxnSpMkLst>
            <pc:docMk/>
            <pc:sldMk cId="1510694391" sldId="2014"/>
            <ac:cxnSpMk id="37" creationId="{69CC0A34-0D31-938A-998D-CA5A3518DCF0}"/>
          </ac:cxnSpMkLst>
        </pc:cxnChg>
      </pc:sldChg>
      <pc:sldChg chg="modSp add mod ord">
        <pc:chgData name="佳轩 杨" userId="41200b734dca50d2" providerId="LiveId" clId="{7D17997F-4B30-4868-BF87-2CC9F4EE1198}" dt="2026-05-25T11:18:03.803" v="1637" actId="207"/>
        <pc:sldMkLst>
          <pc:docMk/>
          <pc:sldMk cId="2162226895" sldId="2015"/>
        </pc:sldMkLst>
        <pc:spChg chg="mod">
          <ac:chgData name="佳轩 杨" userId="41200b734dca50d2" providerId="LiveId" clId="{7D17997F-4B30-4868-BF87-2CC9F4EE1198}" dt="2026-05-25T11:17:53.144" v="1633" actId="207"/>
          <ac:spMkLst>
            <pc:docMk/>
            <pc:sldMk cId="2162226895" sldId="2015"/>
            <ac:spMk id="3" creationId="{7D9BCBD7-96B1-ABEC-4B4E-D6649BF5A955}"/>
          </ac:spMkLst>
        </pc:spChg>
        <pc:spChg chg="mod">
          <ac:chgData name="佳轩 杨" userId="41200b734dca50d2" providerId="LiveId" clId="{7D17997F-4B30-4868-BF87-2CC9F4EE1198}" dt="2026-05-25T11:18:03.803" v="1637" actId="207"/>
          <ac:spMkLst>
            <pc:docMk/>
            <pc:sldMk cId="2162226895" sldId="2015"/>
            <ac:spMk id="4" creationId="{918ABE75-EE27-8758-0C43-8825D515BB9C}"/>
          </ac:spMkLst>
        </pc:spChg>
        <pc:spChg chg="mod">
          <ac:chgData name="佳轩 杨" userId="41200b734dca50d2" providerId="LiveId" clId="{7D17997F-4B30-4868-BF87-2CC9F4EE1198}" dt="2026-05-25T11:17:35.767" v="1629" actId="207"/>
          <ac:spMkLst>
            <pc:docMk/>
            <pc:sldMk cId="2162226895" sldId="2015"/>
            <ac:spMk id="44" creationId="{CC595900-94AC-3013-A3E8-8CF3E111E159}"/>
          </ac:spMkLst>
        </pc:spChg>
        <pc:spChg chg="mod">
          <ac:chgData name="佳轩 杨" userId="41200b734dca50d2" providerId="LiveId" clId="{7D17997F-4B30-4868-BF87-2CC9F4EE1198}" dt="2026-05-25T11:17:57.476" v="1634" actId="207"/>
          <ac:spMkLst>
            <pc:docMk/>
            <pc:sldMk cId="2162226895" sldId="2015"/>
            <ac:spMk id="45" creationId="{802DB0B6-C07F-E0E8-C748-14B639C5E8E0}"/>
          </ac:spMkLst>
        </pc:spChg>
        <pc:spChg chg="mod">
          <ac:chgData name="佳轩 杨" userId="41200b734dca50d2" providerId="LiveId" clId="{7D17997F-4B30-4868-BF87-2CC9F4EE1198}" dt="2026-05-25T11:17:39.842" v="1630" actId="207"/>
          <ac:spMkLst>
            <pc:docMk/>
            <pc:sldMk cId="2162226895" sldId="2015"/>
            <ac:spMk id="47" creationId="{F4427ADC-A243-8C7D-A6DB-F763D1474E58}"/>
          </ac:spMkLst>
        </pc:spChg>
        <pc:spChg chg="mod">
          <ac:chgData name="佳轩 杨" userId="41200b734dca50d2" providerId="LiveId" clId="{7D17997F-4B30-4868-BF87-2CC9F4EE1198}" dt="2026-05-25T11:17:44.114" v="1631" actId="208"/>
          <ac:spMkLst>
            <pc:docMk/>
            <pc:sldMk cId="2162226895" sldId="2015"/>
            <ac:spMk id="48" creationId="{F34A0537-AE5B-9EB6-472B-F8A2EE0E1917}"/>
          </ac:spMkLst>
        </pc:spChg>
        <pc:spChg chg="mod">
          <ac:chgData name="佳轩 杨" userId="41200b734dca50d2" providerId="LiveId" clId="{7D17997F-4B30-4868-BF87-2CC9F4EE1198}" dt="2026-05-25T11:18:00.134" v="1635" actId="207"/>
          <ac:spMkLst>
            <pc:docMk/>
            <pc:sldMk cId="2162226895" sldId="2015"/>
            <ac:spMk id="49" creationId="{BBF3AB5C-B17C-4058-C606-74DB8E2D9BC1}"/>
          </ac:spMkLst>
        </pc:spChg>
        <pc:spChg chg="mod">
          <ac:chgData name="佳轩 杨" userId="41200b734dca50d2" providerId="LiveId" clId="{7D17997F-4B30-4868-BF87-2CC9F4EE1198}" dt="2026-05-25T11:17:50.036" v="1632" actId="207"/>
          <ac:spMkLst>
            <pc:docMk/>
            <pc:sldMk cId="2162226895" sldId="2015"/>
            <ac:spMk id="56" creationId="{D2DC0ADF-573B-27D1-F868-5EE2528A7AC8}"/>
          </ac:spMkLst>
        </pc:spChg>
        <pc:spChg chg="mod">
          <ac:chgData name="佳轩 杨" userId="41200b734dca50d2" providerId="LiveId" clId="{7D17997F-4B30-4868-BF87-2CC9F4EE1198}" dt="2026-05-25T11:18:01.825" v="1636" actId="207"/>
          <ac:spMkLst>
            <pc:docMk/>
            <pc:sldMk cId="2162226895" sldId="2015"/>
            <ac:spMk id="57" creationId="{2C8F8C23-5FD9-3293-8B4C-96333167E210}"/>
          </ac:spMkLst>
        </pc:spChg>
      </pc:sldChg>
      <pc:sldChg chg="addSp delSp modSp add mod modShow">
        <pc:chgData name="佳轩 杨" userId="41200b734dca50d2" providerId="LiveId" clId="{7D17997F-4B30-4868-BF87-2CC9F4EE1198}" dt="2026-05-26T03:42:38.826" v="3651" actId="729"/>
        <pc:sldMkLst>
          <pc:docMk/>
          <pc:sldMk cId="3688728905" sldId="2016"/>
        </pc:sldMkLst>
        <pc:spChg chg="del mod">
          <ac:chgData name="佳轩 杨" userId="41200b734dca50d2" providerId="LiveId" clId="{7D17997F-4B30-4868-BF87-2CC9F4EE1198}" dt="2026-05-25T12:10:33.823" v="1978" actId="478"/>
          <ac:spMkLst>
            <pc:docMk/>
            <pc:sldMk cId="3688728905" sldId="2016"/>
            <ac:spMk id="2" creationId="{A6D368AA-B808-3DBF-D7F4-D687A145B050}"/>
          </ac:spMkLst>
        </pc:spChg>
        <pc:spChg chg="del">
          <ac:chgData name="佳轩 杨" userId="41200b734dca50d2" providerId="LiveId" clId="{7D17997F-4B30-4868-BF87-2CC9F4EE1198}" dt="2026-05-25T12:10:30.138" v="1973" actId="478"/>
          <ac:spMkLst>
            <pc:docMk/>
            <pc:sldMk cId="3688728905" sldId="2016"/>
            <ac:spMk id="7" creationId="{7DB6D20D-6F74-5FF5-2189-1A6E50B5E6D3}"/>
          </ac:spMkLst>
        </pc:spChg>
        <pc:spChg chg="mod">
          <ac:chgData name="佳轩 杨" userId="41200b734dca50d2" providerId="LiveId" clId="{7D17997F-4B30-4868-BF87-2CC9F4EE1198}" dt="2026-05-25T12:14:37.978" v="2043" actId="1076"/>
          <ac:spMkLst>
            <pc:docMk/>
            <pc:sldMk cId="3688728905" sldId="2016"/>
            <ac:spMk id="9" creationId="{045ABA14-A9B6-2131-B491-011AC92B7141}"/>
          </ac:spMkLst>
        </pc:spChg>
        <pc:spChg chg="mod">
          <ac:chgData name="佳轩 杨" userId="41200b734dca50d2" providerId="LiveId" clId="{7D17997F-4B30-4868-BF87-2CC9F4EE1198}" dt="2026-05-26T03:37:56.532" v="3650" actId="20577"/>
          <ac:spMkLst>
            <pc:docMk/>
            <pc:sldMk cId="3688728905" sldId="2016"/>
            <ac:spMk id="10" creationId="{B113B1B4-D12F-B743-4331-34030C7D8968}"/>
          </ac:spMkLst>
        </pc:spChg>
        <pc:spChg chg="del">
          <ac:chgData name="佳轩 杨" userId="41200b734dca50d2" providerId="LiveId" clId="{7D17997F-4B30-4868-BF87-2CC9F4EE1198}" dt="2026-05-25T12:12:41.124" v="2020" actId="478"/>
          <ac:spMkLst>
            <pc:docMk/>
            <pc:sldMk cId="3688728905" sldId="2016"/>
            <ac:spMk id="12" creationId="{F79BCBAD-AAD8-D4FD-5112-EE1D3A50CB55}"/>
          </ac:spMkLst>
        </pc:spChg>
        <pc:spChg chg="del">
          <ac:chgData name="佳轩 杨" userId="41200b734dca50d2" providerId="LiveId" clId="{7D17997F-4B30-4868-BF87-2CC9F4EE1198}" dt="2026-05-25T12:12:43.004" v="2021" actId="478"/>
          <ac:spMkLst>
            <pc:docMk/>
            <pc:sldMk cId="3688728905" sldId="2016"/>
            <ac:spMk id="14" creationId="{9F3D5D2F-2726-8FBD-E2B8-392425A2E432}"/>
          </ac:spMkLst>
        </pc:spChg>
        <pc:spChg chg="add mod">
          <ac:chgData name="佳轩 杨" userId="41200b734dca50d2" providerId="LiveId" clId="{7D17997F-4B30-4868-BF87-2CC9F4EE1198}" dt="2026-05-25T12:14:37.978" v="2043" actId="1076"/>
          <ac:spMkLst>
            <pc:docMk/>
            <pc:sldMk cId="3688728905" sldId="2016"/>
            <ac:spMk id="15" creationId="{6A9639A0-B295-4D4E-28A7-57873DFB28D7}"/>
          </ac:spMkLst>
        </pc:spChg>
        <pc:spChg chg="add mod">
          <ac:chgData name="佳轩 杨" userId="41200b734dca50d2" providerId="LiveId" clId="{7D17997F-4B30-4868-BF87-2CC9F4EE1198}" dt="2026-05-25T12:14:37.978" v="2043" actId="1076"/>
          <ac:spMkLst>
            <pc:docMk/>
            <pc:sldMk cId="3688728905" sldId="2016"/>
            <ac:spMk id="16" creationId="{835C6586-88C9-C5C4-7A4E-4F68A7D8C7AD}"/>
          </ac:spMkLst>
        </pc:spChg>
        <pc:spChg chg="add mod">
          <ac:chgData name="佳轩 杨" userId="41200b734dca50d2" providerId="LiveId" clId="{7D17997F-4B30-4868-BF87-2CC9F4EE1198}" dt="2026-05-25T12:16:00.297" v="2053" actId="1076"/>
          <ac:spMkLst>
            <pc:docMk/>
            <pc:sldMk cId="3688728905" sldId="2016"/>
            <ac:spMk id="17" creationId="{3A411DFC-4BF6-9277-FF29-BB5B4C99CA05}"/>
          </ac:spMkLst>
        </pc:spChg>
        <pc:spChg chg="del">
          <ac:chgData name="佳轩 杨" userId="41200b734dca50d2" providerId="LiveId" clId="{7D17997F-4B30-4868-BF87-2CC9F4EE1198}" dt="2026-05-25T12:10:31.428" v="1975" actId="478"/>
          <ac:spMkLst>
            <pc:docMk/>
            <pc:sldMk cId="3688728905" sldId="2016"/>
            <ac:spMk id="19" creationId="{89C5B821-1D2D-7651-2B15-4527ACA6E608}"/>
          </ac:spMkLst>
        </pc:spChg>
        <pc:spChg chg="del">
          <ac:chgData name="佳轩 杨" userId="41200b734dca50d2" providerId="LiveId" clId="{7D17997F-4B30-4868-BF87-2CC9F4EE1198}" dt="2026-05-25T12:10:32.890" v="1977" actId="478"/>
          <ac:spMkLst>
            <pc:docMk/>
            <pc:sldMk cId="3688728905" sldId="2016"/>
            <ac:spMk id="20" creationId="{75A5040F-4ED2-4ED7-0CE3-2ADE22E6B071}"/>
          </ac:spMkLst>
        </pc:spChg>
        <pc:spChg chg="add mod">
          <ac:chgData name="佳轩 杨" userId="41200b734dca50d2" providerId="LiveId" clId="{7D17997F-4B30-4868-BF87-2CC9F4EE1198}" dt="2026-05-25T12:26:32.539" v="2266" actId="14100"/>
          <ac:spMkLst>
            <pc:docMk/>
            <pc:sldMk cId="3688728905" sldId="2016"/>
            <ac:spMk id="22" creationId="{5C9DFA6A-F938-749F-C411-ABDCF66289B2}"/>
          </ac:spMkLst>
        </pc:spChg>
        <pc:spChg chg="del mod">
          <ac:chgData name="佳轩 杨" userId="41200b734dca50d2" providerId="LiveId" clId="{7D17997F-4B30-4868-BF87-2CC9F4EE1198}" dt="2026-05-25T12:10:46.307" v="1989" actId="478"/>
          <ac:spMkLst>
            <pc:docMk/>
            <pc:sldMk cId="3688728905" sldId="2016"/>
            <ac:spMk id="23" creationId="{9271A485-B6D1-1F42-7F7D-D812A64FAFA5}"/>
          </ac:spMkLst>
        </pc:spChg>
        <pc:spChg chg="del">
          <ac:chgData name="佳轩 杨" userId="41200b734dca50d2" providerId="LiveId" clId="{7D17997F-4B30-4868-BF87-2CC9F4EE1198}" dt="2026-05-25T12:10:45.260" v="1987" actId="478"/>
          <ac:spMkLst>
            <pc:docMk/>
            <pc:sldMk cId="3688728905" sldId="2016"/>
            <ac:spMk id="24" creationId="{91690E3B-19D4-AC96-6844-63771CEECE9E}"/>
          </ac:spMkLst>
        </pc:spChg>
        <pc:spChg chg="del mod">
          <ac:chgData name="佳轩 杨" userId="41200b734dca50d2" providerId="LiveId" clId="{7D17997F-4B30-4868-BF87-2CC9F4EE1198}" dt="2026-05-25T12:10:44.817" v="1986" actId="478"/>
          <ac:spMkLst>
            <pc:docMk/>
            <pc:sldMk cId="3688728905" sldId="2016"/>
            <ac:spMk id="25" creationId="{27AA5CFA-38B1-F3BD-DA42-0FCFA8DF80D0}"/>
          </ac:spMkLst>
        </pc:spChg>
        <pc:spChg chg="add mod">
          <ac:chgData name="佳轩 杨" userId="41200b734dca50d2" providerId="LiveId" clId="{7D17997F-4B30-4868-BF87-2CC9F4EE1198}" dt="2026-05-25T12:24:07.792" v="2198" actId="1076"/>
          <ac:spMkLst>
            <pc:docMk/>
            <pc:sldMk cId="3688728905" sldId="2016"/>
            <ac:spMk id="27" creationId="{F1F9D981-81E3-5F83-34DD-9BE8A42CF593}"/>
          </ac:spMkLst>
        </pc:spChg>
        <pc:spChg chg="add del mod">
          <ac:chgData name="佳轩 杨" userId="41200b734dca50d2" providerId="LiveId" clId="{7D17997F-4B30-4868-BF87-2CC9F4EE1198}" dt="2026-05-25T12:18:47.181" v="2105" actId="478"/>
          <ac:spMkLst>
            <pc:docMk/>
            <pc:sldMk cId="3688728905" sldId="2016"/>
            <ac:spMk id="32" creationId="{48C66356-80A5-CA3D-A887-E492C0B783C7}"/>
          </ac:spMkLst>
        </pc:spChg>
        <pc:spChg chg="add mod">
          <ac:chgData name="佳轩 杨" userId="41200b734dca50d2" providerId="LiveId" clId="{7D17997F-4B30-4868-BF87-2CC9F4EE1198}" dt="2026-05-25T12:24:21.782" v="2200" actId="1076"/>
          <ac:spMkLst>
            <pc:docMk/>
            <pc:sldMk cId="3688728905" sldId="2016"/>
            <ac:spMk id="33" creationId="{35467D3B-AE0E-0645-2998-F0CE4A57280C}"/>
          </ac:spMkLst>
        </pc:spChg>
        <pc:spChg chg="add mod">
          <ac:chgData name="佳轩 杨" userId="41200b734dca50d2" providerId="LiveId" clId="{7D17997F-4B30-4868-BF87-2CC9F4EE1198}" dt="2026-05-25T12:20:18.948" v="2139" actId="1076"/>
          <ac:spMkLst>
            <pc:docMk/>
            <pc:sldMk cId="3688728905" sldId="2016"/>
            <ac:spMk id="36" creationId="{28A01911-0275-BC98-C233-0C0DFEC4F9F7}"/>
          </ac:spMkLst>
        </pc:spChg>
        <pc:spChg chg="add mod">
          <ac:chgData name="佳轩 杨" userId="41200b734dca50d2" providerId="LiveId" clId="{7D17997F-4B30-4868-BF87-2CC9F4EE1198}" dt="2026-05-25T12:21:55.384" v="2169" actId="1076"/>
          <ac:spMkLst>
            <pc:docMk/>
            <pc:sldMk cId="3688728905" sldId="2016"/>
            <ac:spMk id="37" creationId="{A536C0CB-6A90-20CA-5C6A-3EA8EB3C1BFE}"/>
          </ac:spMkLst>
        </pc:spChg>
        <pc:spChg chg="add mod">
          <ac:chgData name="佳轩 杨" userId="41200b734dca50d2" providerId="LiveId" clId="{7D17997F-4B30-4868-BF87-2CC9F4EE1198}" dt="2026-05-25T12:21:47.531" v="2168" actId="1076"/>
          <ac:spMkLst>
            <pc:docMk/>
            <pc:sldMk cId="3688728905" sldId="2016"/>
            <ac:spMk id="38" creationId="{66DBD38D-006E-DEE3-D7AD-53CCD6D826E7}"/>
          </ac:spMkLst>
        </pc:spChg>
        <pc:spChg chg="add mod">
          <ac:chgData name="佳轩 杨" userId="41200b734dca50d2" providerId="LiveId" clId="{7D17997F-4B30-4868-BF87-2CC9F4EE1198}" dt="2026-05-25T12:22:17.590" v="2188" actId="1076"/>
          <ac:spMkLst>
            <pc:docMk/>
            <pc:sldMk cId="3688728905" sldId="2016"/>
            <ac:spMk id="39" creationId="{5D22744D-FDE7-1522-C7F7-9A6B5341150D}"/>
          </ac:spMkLst>
        </pc:spChg>
        <pc:spChg chg="add mod">
          <ac:chgData name="佳轩 杨" userId="41200b734dca50d2" providerId="LiveId" clId="{7D17997F-4B30-4868-BF87-2CC9F4EE1198}" dt="2026-05-25T12:26:23.735" v="2265" actId="1076"/>
          <ac:spMkLst>
            <pc:docMk/>
            <pc:sldMk cId="3688728905" sldId="2016"/>
            <ac:spMk id="41" creationId="{99507D94-B59C-A3B3-B00D-BE63C9163462}"/>
          </ac:spMkLst>
        </pc:spChg>
        <pc:spChg chg="add mod">
          <ac:chgData name="佳轩 杨" userId="41200b734dca50d2" providerId="LiveId" clId="{7D17997F-4B30-4868-BF87-2CC9F4EE1198}" dt="2026-05-25T12:26:07.415" v="2263" actId="1076"/>
          <ac:spMkLst>
            <pc:docMk/>
            <pc:sldMk cId="3688728905" sldId="2016"/>
            <ac:spMk id="42" creationId="{6F74291F-9BCA-E7D1-BD44-8621EE52DFF4}"/>
          </ac:spMkLst>
        </pc:spChg>
        <pc:spChg chg="add del mod">
          <ac:chgData name="佳轩 杨" userId="41200b734dca50d2" providerId="LiveId" clId="{7D17997F-4B30-4868-BF87-2CC9F4EE1198}" dt="2026-05-25T12:25:52.473" v="2256" actId="478"/>
          <ac:spMkLst>
            <pc:docMk/>
            <pc:sldMk cId="3688728905" sldId="2016"/>
            <ac:spMk id="44" creationId="{4B2A9271-CD2F-9529-F691-3F1051CEBC43}"/>
          </ac:spMkLst>
        </pc:spChg>
        <pc:spChg chg="add mod">
          <ac:chgData name="佳轩 杨" userId="41200b734dca50d2" providerId="LiveId" clId="{7D17997F-4B30-4868-BF87-2CC9F4EE1198}" dt="2026-05-25T12:26:19.131" v="2264" actId="1076"/>
          <ac:spMkLst>
            <pc:docMk/>
            <pc:sldMk cId="3688728905" sldId="2016"/>
            <ac:spMk id="46" creationId="{F12D1B78-9A0C-F192-F597-9A9BE0DE3838}"/>
          </ac:spMkLst>
        </pc:spChg>
        <pc:picChg chg="add mod">
          <ac:chgData name="佳轩 杨" userId="41200b734dca50d2" providerId="LiveId" clId="{7D17997F-4B30-4868-BF87-2CC9F4EE1198}" dt="2026-05-25T12:16:00.297" v="2053" actId="1076"/>
          <ac:picMkLst>
            <pc:docMk/>
            <pc:sldMk cId="3688728905" sldId="2016"/>
            <ac:picMk id="3" creationId="{7B75718C-3EED-B1A0-1F77-776F85025DC3}"/>
          </ac:picMkLst>
        </pc:picChg>
        <pc:picChg chg="add mod">
          <ac:chgData name="佳轩 杨" userId="41200b734dca50d2" providerId="LiveId" clId="{7D17997F-4B30-4868-BF87-2CC9F4EE1198}" dt="2026-05-25T12:14:37.978" v="2043" actId="1076"/>
          <ac:picMkLst>
            <pc:docMk/>
            <pc:sldMk cId="3688728905" sldId="2016"/>
            <ac:picMk id="5" creationId="{6674AC57-9513-4C84-A1AF-4359F849B556}"/>
          </ac:picMkLst>
        </pc:picChg>
        <pc:picChg chg="add mod">
          <ac:chgData name="佳轩 杨" userId="41200b734dca50d2" providerId="LiveId" clId="{7D17997F-4B30-4868-BF87-2CC9F4EE1198}" dt="2026-05-25T12:14:37.978" v="2043" actId="1076"/>
          <ac:picMkLst>
            <pc:docMk/>
            <pc:sldMk cId="3688728905" sldId="2016"/>
            <ac:picMk id="6" creationId="{1FF9ACE9-9220-124B-DBED-7DE9BF2089EC}"/>
          </ac:picMkLst>
        </pc:picChg>
        <pc:picChg chg="del">
          <ac:chgData name="佳轩 杨" userId="41200b734dca50d2" providerId="LiveId" clId="{7D17997F-4B30-4868-BF87-2CC9F4EE1198}" dt="2026-05-25T12:10:29.124" v="1971" actId="478"/>
          <ac:picMkLst>
            <pc:docMk/>
            <pc:sldMk cId="3688728905" sldId="2016"/>
            <ac:picMk id="8" creationId="{130E0203-A229-60E1-60ED-40AC066CD12C}"/>
          </ac:picMkLst>
        </pc:picChg>
        <pc:picChg chg="del">
          <ac:chgData name="佳轩 杨" userId="41200b734dca50d2" providerId="LiveId" clId="{7D17997F-4B30-4868-BF87-2CC9F4EE1198}" dt="2026-05-25T12:10:32.061" v="1976" actId="478"/>
          <ac:picMkLst>
            <pc:docMk/>
            <pc:sldMk cId="3688728905" sldId="2016"/>
            <ac:picMk id="11" creationId="{BCFF6C8B-88C6-8475-43BD-C15200E2CC9B}"/>
          </ac:picMkLst>
        </pc:picChg>
        <pc:picChg chg="add mod">
          <ac:chgData name="佳轩 杨" userId="41200b734dca50d2" providerId="LiveId" clId="{7D17997F-4B30-4868-BF87-2CC9F4EE1198}" dt="2026-05-25T12:14:37.978" v="2043" actId="1076"/>
          <ac:picMkLst>
            <pc:docMk/>
            <pc:sldMk cId="3688728905" sldId="2016"/>
            <ac:picMk id="13" creationId="{D9C69A2B-1187-817B-89FF-B5FF059C199A}"/>
          </ac:picMkLst>
        </pc:picChg>
        <pc:picChg chg="del">
          <ac:chgData name="佳轩 杨" userId="41200b734dca50d2" providerId="LiveId" clId="{7D17997F-4B30-4868-BF87-2CC9F4EE1198}" dt="2026-05-25T12:10:29.540" v="1972" actId="478"/>
          <ac:picMkLst>
            <pc:docMk/>
            <pc:sldMk cId="3688728905" sldId="2016"/>
            <ac:picMk id="18" creationId="{0A715E57-DB58-E6A1-D1E4-6E5C8A192FCF}"/>
          </ac:picMkLst>
        </pc:picChg>
        <pc:picChg chg="del">
          <ac:chgData name="佳轩 杨" userId="41200b734dca50d2" providerId="LiveId" clId="{7D17997F-4B30-4868-BF87-2CC9F4EE1198}" dt="2026-05-25T12:10:43.338" v="1983" actId="478"/>
          <ac:picMkLst>
            <pc:docMk/>
            <pc:sldMk cId="3688728905" sldId="2016"/>
            <ac:picMk id="21" creationId="{E4B3CE21-BD72-52FB-9033-83A65128295B}"/>
          </ac:picMkLst>
        </pc:picChg>
        <pc:picChg chg="del">
          <ac:chgData name="佳轩 杨" userId="41200b734dca50d2" providerId="LiveId" clId="{7D17997F-4B30-4868-BF87-2CC9F4EE1198}" dt="2026-05-25T12:10:27.750" v="1968" actId="478"/>
          <ac:picMkLst>
            <pc:docMk/>
            <pc:sldMk cId="3688728905" sldId="2016"/>
            <ac:picMk id="26" creationId="{1B2321FA-4B4B-9CC6-352A-B0C8C01D42E8}"/>
          </ac:picMkLst>
        </pc:picChg>
        <pc:picChg chg="add del mod">
          <ac:chgData name="佳轩 杨" userId="41200b734dca50d2" providerId="LiveId" clId="{7D17997F-4B30-4868-BF87-2CC9F4EE1198}" dt="2026-05-25T12:18:11.221" v="2088" actId="478"/>
          <ac:picMkLst>
            <pc:docMk/>
            <pc:sldMk cId="3688728905" sldId="2016"/>
            <ac:picMk id="28" creationId="{85488B09-D4E4-D27B-F3EE-4B348C060E6A}"/>
          </ac:picMkLst>
        </pc:picChg>
        <pc:picChg chg="add del mod">
          <ac:chgData name="佳轩 杨" userId="41200b734dca50d2" providerId="LiveId" clId="{7D17997F-4B30-4868-BF87-2CC9F4EE1198}" dt="2026-05-25T12:18:44.938" v="2102" actId="478"/>
          <ac:picMkLst>
            <pc:docMk/>
            <pc:sldMk cId="3688728905" sldId="2016"/>
            <ac:picMk id="29" creationId="{D46E2197-3E68-D9B1-D72C-E66D4ED1C433}"/>
          </ac:picMkLst>
        </pc:picChg>
        <pc:picChg chg="del">
          <ac:chgData name="佳轩 杨" userId="41200b734dca50d2" providerId="LiveId" clId="{7D17997F-4B30-4868-BF87-2CC9F4EE1198}" dt="2026-05-25T12:10:28.147" v="1969" actId="478"/>
          <ac:picMkLst>
            <pc:docMk/>
            <pc:sldMk cId="3688728905" sldId="2016"/>
            <ac:picMk id="30" creationId="{E74D9185-4165-66D3-9F95-D54718B466CF}"/>
          </ac:picMkLst>
        </pc:picChg>
        <pc:picChg chg="add del mod">
          <ac:chgData name="佳轩 杨" userId="41200b734dca50d2" providerId="LiveId" clId="{7D17997F-4B30-4868-BF87-2CC9F4EE1198}" dt="2026-05-25T12:18:43.848" v="2101" actId="478"/>
          <ac:picMkLst>
            <pc:docMk/>
            <pc:sldMk cId="3688728905" sldId="2016"/>
            <ac:picMk id="31" creationId="{6E0AA38D-D089-9BA8-A1F2-5407D96E0E7F}"/>
          </ac:picMkLst>
        </pc:picChg>
        <pc:picChg chg="add mod">
          <ac:chgData name="佳轩 杨" userId="41200b734dca50d2" providerId="LiveId" clId="{7D17997F-4B30-4868-BF87-2CC9F4EE1198}" dt="2026-05-25T12:23:54.250" v="2197" actId="1076"/>
          <ac:picMkLst>
            <pc:docMk/>
            <pc:sldMk cId="3688728905" sldId="2016"/>
            <ac:picMk id="34" creationId="{7E402ABA-694B-1DFA-E76C-C1C69B75C809}"/>
          </ac:picMkLst>
        </pc:picChg>
        <pc:picChg chg="del">
          <ac:chgData name="佳轩 杨" userId="41200b734dca50d2" providerId="LiveId" clId="{7D17997F-4B30-4868-BF87-2CC9F4EE1198}" dt="2026-05-25T12:10:28.524" v="1970" actId="478"/>
          <ac:picMkLst>
            <pc:docMk/>
            <pc:sldMk cId="3688728905" sldId="2016"/>
            <ac:picMk id="35" creationId="{F9ED1DA2-3449-AB60-0C88-92B6239B3575}"/>
          </ac:picMkLst>
        </pc:picChg>
        <pc:picChg chg="add mod ord">
          <ac:chgData name="佳轩 杨" userId="41200b734dca50d2" providerId="LiveId" clId="{7D17997F-4B30-4868-BF87-2CC9F4EE1198}" dt="2026-05-25T12:24:21.782" v="2200" actId="1076"/>
          <ac:picMkLst>
            <pc:docMk/>
            <pc:sldMk cId="3688728905" sldId="2016"/>
            <ac:picMk id="40" creationId="{A3F7AAF6-BFA6-0D16-EEE8-9BD366892047}"/>
          </ac:picMkLst>
        </pc:picChg>
        <pc:picChg chg="del">
          <ac:chgData name="佳轩 杨" userId="41200b734dca50d2" providerId="LiveId" clId="{7D17997F-4B30-4868-BF87-2CC9F4EE1198}" dt="2026-05-25T12:10:43.768" v="1984" actId="478"/>
          <ac:picMkLst>
            <pc:docMk/>
            <pc:sldMk cId="3688728905" sldId="2016"/>
            <ac:picMk id="43" creationId="{DB7C7757-1CF2-417C-9EC9-1377D7EE1DE9}"/>
          </ac:picMkLst>
        </pc:picChg>
        <pc:picChg chg="del">
          <ac:chgData name="佳轩 杨" userId="41200b734dca50d2" providerId="LiveId" clId="{7D17997F-4B30-4868-BF87-2CC9F4EE1198}" dt="2026-05-25T12:10:42.204" v="1981" actId="478"/>
          <ac:picMkLst>
            <pc:docMk/>
            <pc:sldMk cId="3688728905" sldId="2016"/>
            <ac:picMk id="45" creationId="{D1CFCECE-54F5-D4A4-28B7-F7F824EF1116}"/>
          </ac:picMkLst>
        </pc:picChg>
        <pc:picChg chg="del">
          <ac:chgData name="佳轩 杨" userId="41200b734dca50d2" providerId="LiveId" clId="{7D17997F-4B30-4868-BF87-2CC9F4EE1198}" dt="2026-05-25T12:10:42.562" v="1982" actId="478"/>
          <ac:picMkLst>
            <pc:docMk/>
            <pc:sldMk cId="3688728905" sldId="2016"/>
            <ac:picMk id="47" creationId="{9D59AB0B-2E58-E909-45E2-385D906440E2}"/>
          </ac:picMkLst>
        </pc:picChg>
      </pc:sldChg>
      <pc:sldChg chg="modSp add mod ord">
        <pc:chgData name="佳轩 杨" userId="41200b734dca50d2" providerId="LiveId" clId="{7D17997F-4B30-4868-BF87-2CC9F4EE1198}" dt="2026-05-25T12:02:53.105" v="1964" actId="207"/>
        <pc:sldMkLst>
          <pc:docMk/>
          <pc:sldMk cId="2545540347" sldId="2017"/>
        </pc:sldMkLst>
        <pc:spChg chg="mod">
          <ac:chgData name="佳轩 杨" userId="41200b734dca50d2" providerId="LiveId" clId="{7D17997F-4B30-4868-BF87-2CC9F4EE1198}" dt="2026-05-25T12:02:53.105" v="1964" actId="207"/>
          <ac:spMkLst>
            <pc:docMk/>
            <pc:sldMk cId="2545540347" sldId="2017"/>
            <ac:spMk id="3" creationId="{FBB85B4F-E762-BB9D-EC89-F05745AAD854}"/>
          </ac:spMkLst>
        </pc:spChg>
        <pc:spChg chg="mod">
          <ac:chgData name="佳轩 杨" userId="41200b734dca50d2" providerId="LiveId" clId="{7D17997F-4B30-4868-BF87-2CC9F4EE1198}" dt="2026-05-25T12:02:48.420" v="1963" actId="207"/>
          <ac:spMkLst>
            <pc:docMk/>
            <pc:sldMk cId="2545540347" sldId="2017"/>
            <ac:spMk id="4" creationId="{EDA43755-7BC0-29D2-5DC7-41E8E3CB991C}"/>
          </ac:spMkLst>
        </pc:spChg>
        <pc:spChg chg="mod">
          <ac:chgData name="佳轩 杨" userId="41200b734dca50d2" providerId="LiveId" clId="{7D17997F-4B30-4868-BF87-2CC9F4EE1198}" dt="2026-05-25T12:02:31.157" v="1957" actId="207"/>
          <ac:spMkLst>
            <pc:docMk/>
            <pc:sldMk cId="2545540347" sldId="2017"/>
            <ac:spMk id="44" creationId="{1EA44247-461E-2900-D05C-AC7F2C6D8E3F}"/>
          </ac:spMkLst>
        </pc:spChg>
        <pc:spChg chg="mod">
          <ac:chgData name="佳轩 杨" userId="41200b734dca50d2" providerId="LiveId" clId="{7D17997F-4B30-4868-BF87-2CC9F4EE1198}" dt="2026-05-25T12:02:41.213" v="1960" actId="207"/>
          <ac:spMkLst>
            <pc:docMk/>
            <pc:sldMk cId="2545540347" sldId="2017"/>
            <ac:spMk id="45" creationId="{78B2931A-3AAB-70E1-DC7E-5A91A57E4113}"/>
          </ac:spMkLst>
        </pc:spChg>
        <pc:spChg chg="mod">
          <ac:chgData name="佳轩 杨" userId="41200b734dca50d2" providerId="LiveId" clId="{7D17997F-4B30-4868-BF87-2CC9F4EE1198}" dt="2026-05-25T12:02:33.881" v="1958" actId="207"/>
          <ac:spMkLst>
            <pc:docMk/>
            <pc:sldMk cId="2545540347" sldId="2017"/>
            <ac:spMk id="47" creationId="{B3C98614-9563-7C42-4E15-56384B93FF6B}"/>
          </ac:spMkLst>
        </pc:spChg>
        <pc:spChg chg="mod">
          <ac:chgData name="佳轩 杨" userId="41200b734dca50d2" providerId="LiveId" clId="{7D17997F-4B30-4868-BF87-2CC9F4EE1198}" dt="2026-05-25T12:02:36.200" v="1959" actId="208"/>
          <ac:spMkLst>
            <pc:docMk/>
            <pc:sldMk cId="2545540347" sldId="2017"/>
            <ac:spMk id="48" creationId="{F596DF3A-54EE-A3A2-EFF8-AFFB1AF4C5DC}"/>
          </ac:spMkLst>
        </pc:spChg>
        <pc:spChg chg="mod">
          <ac:chgData name="佳轩 杨" userId="41200b734dca50d2" providerId="LiveId" clId="{7D17997F-4B30-4868-BF87-2CC9F4EE1198}" dt="2026-05-25T12:02:42.956" v="1961" actId="207"/>
          <ac:spMkLst>
            <pc:docMk/>
            <pc:sldMk cId="2545540347" sldId="2017"/>
            <ac:spMk id="49" creationId="{9A906EBA-7D48-99AA-EFA7-49E1007F6673}"/>
          </ac:spMkLst>
        </pc:spChg>
        <pc:spChg chg="mod">
          <ac:chgData name="佳轩 杨" userId="41200b734dca50d2" providerId="LiveId" clId="{7D17997F-4B30-4868-BF87-2CC9F4EE1198}" dt="2026-05-25T12:02:27.648" v="1956" actId="207"/>
          <ac:spMkLst>
            <pc:docMk/>
            <pc:sldMk cId="2545540347" sldId="2017"/>
            <ac:spMk id="52" creationId="{3659E89B-57B0-2A78-6C80-65674814BB05}"/>
          </ac:spMkLst>
        </pc:spChg>
        <pc:spChg chg="mod">
          <ac:chgData name="佳轩 杨" userId="41200b734dca50d2" providerId="LiveId" clId="{7D17997F-4B30-4868-BF87-2CC9F4EE1198}" dt="2026-05-25T12:02:44.808" v="1962" actId="207"/>
          <ac:spMkLst>
            <pc:docMk/>
            <pc:sldMk cId="2545540347" sldId="2017"/>
            <ac:spMk id="53" creationId="{AEA3C989-1BFA-D1D5-AC8F-3E28BD8AA1CA}"/>
          </ac:spMkLst>
        </pc:spChg>
      </pc:sldChg>
      <pc:sldChg chg="addSp delSp modSp add mod">
        <pc:chgData name="佳轩 杨" userId="41200b734dca50d2" providerId="LiveId" clId="{7D17997F-4B30-4868-BF87-2CC9F4EE1198}" dt="2026-05-26T03:50:08.318" v="3799" actId="20577"/>
        <pc:sldMkLst>
          <pc:docMk/>
          <pc:sldMk cId="4138766557" sldId="2018"/>
        </pc:sldMkLst>
        <pc:spChg chg="del">
          <ac:chgData name="佳轩 杨" userId="41200b734dca50d2" providerId="LiveId" clId="{7D17997F-4B30-4868-BF87-2CC9F4EE1198}" dt="2026-05-25T12:39:01.454" v="2421" actId="478"/>
          <ac:spMkLst>
            <pc:docMk/>
            <pc:sldMk cId="4138766557" sldId="2018"/>
            <ac:spMk id="3" creationId="{301E5452-560E-0D7C-A377-2838883920B1}"/>
          </ac:spMkLst>
        </pc:spChg>
        <pc:spChg chg="add mod">
          <ac:chgData name="佳轩 杨" userId="41200b734dca50d2" providerId="LiveId" clId="{7D17997F-4B30-4868-BF87-2CC9F4EE1198}" dt="2026-05-25T12:48:40.688" v="2489" actId="1076"/>
          <ac:spMkLst>
            <pc:docMk/>
            <pc:sldMk cId="4138766557" sldId="2018"/>
            <ac:spMk id="5" creationId="{37712252-8770-756F-4402-F8E71E2C9127}"/>
          </ac:spMkLst>
        </pc:spChg>
        <pc:spChg chg="add mod">
          <ac:chgData name="佳轩 杨" userId="41200b734dca50d2" providerId="LiveId" clId="{7D17997F-4B30-4868-BF87-2CC9F4EE1198}" dt="2026-05-25T12:48:40.688" v="2489" actId="1076"/>
          <ac:spMkLst>
            <pc:docMk/>
            <pc:sldMk cId="4138766557" sldId="2018"/>
            <ac:spMk id="6" creationId="{135D2DEF-4A39-7E88-91CC-333AD9EE9F56}"/>
          </ac:spMkLst>
        </pc:spChg>
        <pc:spChg chg="add mod">
          <ac:chgData name="佳轩 杨" userId="41200b734dca50d2" providerId="LiveId" clId="{7D17997F-4B30-4868-BF87-2CC9F4EE1198}" dt="2026-05-25T12:50:15.437" v="2496"/>
          <ac:spMkLst>
            <pc:docMk/>
            <pc:sldMk cId="4138766557" sldId="2018"/>
            <ac:spMk id="7" creationId="{96FF02EB-A9CB-0468-C49A-86CE9203F76E}"/>
          </ac:spMkLst>
        </pc:spChg>
        <pc:spChg chg="add mod">
          <ac:chgData name="佳轩 杨" userId="41200b734dca50d2" providerId="LiveId" clId="{7D17997F-4B30-4868-BF87-2CC9F4EE1198}" dt="2026-05-26T03:49:43.738" v="3791" actId="1076"/>
          <ac:spMkLst>
            <pc:docMk/>
            <pc:sldMk cId="4138766557" sldId="2018"/>
            <ac:spMk id="8" creationId="{948E6A36-4F62-1755-EEEC-383FFE7D231C}"/>
          </ac:spMkLst>
        </pc:spChg>
        <pc:spChg chg="mod">
          <ac:chgData name="佳轩 杨" userId="41200b734dca50d2" providerId="LiveId" clId="{7D17997F-4B30-4868-BF87-2CC9F4EE1198}" dt="2026-05-26T03:49:52.969" v="3792" actId="1076"/>
          <ac:spMkLst>
            <pc:docMk/>
            <pc:sldMk cId="4138766557" sldId="2018"/>
            <ac:spMk id="9" creationId="{6DD7F933-1D83-B28C-1D2A-BA3BF0DC67DD}"/>
          </ac:spMkLst>
        </pc:spChg>
        <pc:spChg chg="mod">
          <ac:chgData name="佳轩 杨" userId="41200b734dca50d2" providerId="LiveId" clId="{7D17997F-4B30-4868-BF87-2CC9F4EE1198}" dt="2026-05-26T03:49:52.969" v="3792" actId="1076"/>
          <ac:spMkLst>
            <pc:docMk/>
            <pc:sldMk cId="4138766557" sldId="2018"/>
            <ac:spMk id="10" creationId="{5217B644-50F9-2D4D-6C0D-3054251EF992}"/>
          </ac:spMkLst>
        </pc:spChg>
        <pc:spChg chg="mod">
          <ac:chgData name="佳轩 杨" userId="41200b734dca50d2" providerId="LiveId" clId="{7D17997F-4B30-4868-BF87-2CC9F4EE1198}" dt="2026-05-26T03:49:52.969" v="3792" actId="1076"/>
          <ac:spMkLst>
            <pc:docMk/>
            <pc:sldMk cId="4138766557" sldId="2018"/>
            <ac:spMk id="11" creationId="{F5298494-5218-91F6-B6E4-E1B7A418BCD8}"/>
          </ac:spMkLst>
        </pc:spChg>
        <pc:spChg chg="add mod">
          <ac:chgData name="佳轩 杨" userId="41200b734dca50d2" providerId="LiveId" clId="{7D17997F-4B30-4868-BF87-2CC9F4EE1198}" dt="2026-05-26T03:49:43.738" v="3791" actId="1076"/>
          <ac:spMkLst>
            <pc:docMk/>
            <pc:sldMk cId="4138766557" sldId="2018"/>
            <ac:spMk id="12" creationId="{5EE72CED-FD8B-2EB0-294C-A0DA025C2C20}"/>
          </ac:spMkLst>
        </pc:spChg>
        <pc:spChg chg="add mod">
          <ac:chgData name="佳轩 杨" userId="41200b734dca50d2" providerId="LiveId" clId="{7D17997F-4B30-4868-BF87-2CC9F4EE1198}" dt="2026-05-26T03:50:08.318" v="3799" actId="20577"/>
          <ac:spMkLst>
            <pc:docMk/>
            <pc:sldMk cId="4138766557" sldId="2018"/>
            <ac:spMk id="13" creationId="{330D44FA-E4CF-1C40-2906-87F86F506DA4}"/>
          </ac:spMkLst>
        </pc:spChg>
        <pc:spChg chg="add mod">
          <ac:chgData name="佳轩 杨" userId="41200b734dca50d2" providerId="LiveId" clId="{7D17997F-4B30-4868-BF87-2CC9F4EE1198}" dt="2026-05-25T14:40:17.993" v="2742" actId="1076"/>
          <ac:spMkLst>
            <pc:docMk/>
            <pc:sldMk cId="4138766557" sldId="2018"/>
            <ac:spMk id="15" creationId="{8F689F27-E332-2373-4F49-71498AA77C6F}"/>
          </ac:spMkLst>
        </pc:spChg>
        <pc:spChg chg="add mod">
          <ac:chgData name="佳轩 杨" userId="41200b734dca50d2" providerId="LiveId" clId="{7D17997F-4B30-4868-BF87-2CC9F4EE1198}" dt="2026-05-25T14:27:11.793" v="2636" actId="1076"/>
          <ac:spMkLst>
            <pc:docMk/>
            <pc:sldMk cId="4138766557" sldId="2018"/>
            <ac:spMk id="20" creationId="{462346CE-3A4C-E961-4B1C-20525E4F9B03}"/>
          </ac:spMkLst>
        </pc:spChg>
        <pc:spChg chg="mod">
          <ac:chgData name="佳轩 杨" userId="41200b734dca50d2" providerId="LiveId" clId="{7D17997F-4B30-4868-BF87-2CC9F4EE1198}" dt="2026-05-25T14:15:35.051" v="2608" actId="1076"/>
          <ac:spMkLst>
            <pc:docMk/>
            <pc:sldMk cId="4138766557" sldId="2018"/>
            <ac:spMk id="21" creationId="{919A1EF0-8258-318F-D4B2-C12969CACD95}"/>
          </ac:spMkLst>
        </pc:spChg>
        <pc:spChg chg="add mod">
          <ac:chgData name="佳轩 杨" userId="41200b734dca50d2" providerId="LiveId" clId="{7D17997F-4B30-4868-BF87-2CC9F4EE1198}" dt="2026-05-25T14:39:11.412" v="2731" actId="1076"/>
          <ac:spMkLst>
            <pc:docMk/>
            <pc:sldMk cId="4138766557" sldId="2018"/>
            <ac:spMk id="28" creationId="{B5F1A7B7-6DF2-34EA-5C9D-D3D796C557AF}"/>
          </ac:spMkLst>
        </pc:spChg>
        <pc:spChg chg="add del">
          <ac:chgData name="佳轩 杨" userId="41200b734dca50d2" providerId="LiveId" clId="{7D17997F-4B30-4868-BF87-2CC9F4EE1198}" dt="2026-05-25T14:37:07.520" v="2697" actId="478"/>
          <ac:spMkLst>
            <pc:docMk/>
            <pc:sldMk cId="4138766557" sldId="2018"/>
            <ac:spMk id="31" creationId="{907379E0-2857-7337-BD89-B06A0C3EA45B}"/>
          </ac:spMkLst>
        </pc:spChg>
        <pc:spChg chg="add del">
          <ac:chgData name="佳轩 杨" userId="41200b734dca50d2" providerId="LiveId" clId="{7D17997F-4B30-4868-BF87-2CC9F4EE1198}" dt="2026-05-25T14:37:25.405" v="2700" actId="478"/>
          <ac:spMkLst>
            <pc:docMk/>
            <pc:sldMk cId="4138766557" sldId="2018"/>
            <ac:spMk id="33" creationId="{5D8EE7B9-D76E-A40A-9754-3A314048645E}"/>
          </ac:spMkLst>
        </pc:spChg>
        <pc:spChg chg="add mod">
          <ac:chgData name="佳轩 杨" userId="41200b734dca50d2" providerId="LiveId" clId="{7D17997F-4B30-4868-BF87-2CC9F4EE1198}" dt="2026-05-25T14:39:38.426" v="2737" actId="1076"/>
          <ac:spMkLst>
            <pc:docMk/>
            <pc:sldMk cId="4138766557" sldId="2018"/>
            <ac:spMk id="37" creationId="{20765515-44C2-CC06-8460-F83B1211BF6D}"/>
          </ac:spMkLst>
        </pc:spChg>
        <pc:picChg chg="del">
          <ac:chgData name="佳轩 杨" userId="41200b734dca50d2" providerId="LiveId" clId="{7D17997F-4B30-4868-BF87-2CC9F4EE1198}" dt="2026-05-25T12:38:59.174" v="2420" actId="478"/>
          <ac:picMkLst>
            <pc:docMk/>
            <pc:sldMk cId="4138766557" sldId="2018"/>
            <ac:picMk id="2" creationId="{C5ECBFBC-693C-4069-0DED-3B450413166E}"/>
          </ac:picMkLst>
        </pc:picChg>
        <pc:picChg chg="add mod">
          <ac:chgData name="佳轩 杨" userId="41200b734dca50d2" providerId="LiveId" clId="{7D17997F-4B30-4868-BF87-2CC9F4EE1198}" dt="2026-05-25T14:40:17.993" v="2742" actId="1076"/>
          <ac:picMkLst>
            <pc:docMk/>
            <pc:sldMk cId="4138766557" sldId="2018"/>
            <ac:picMk id="14" creationId="{5987A6CD-050D-9FB0-9D44-B77B503677BD}"/>
          </ac:picMkLst>
        </pc:picChg>
        <pc:picChg chg="add mod">
          <ac:chgData name="佳轩 杨" userId="41200b734dca50d2" providerId="LiveId" clId="{7D17997F-4B30-4868-BF87-2CC9F4EE1198}" dt="2026-05-25T14:27:11.793" v="2636" actId="1076"/>
          <ac:picMkLst>
            <pc:docMk/>
            <pc:sldMk cId="4138766557" sldId="2018"/>
            <ac:picMk id="16" creationId="{552C708B-8B55-CD1D-80CE-8C1E3324F7ED}"/>
          </ac:picMkLst>
        </pc:picChg>
        <pc:picChg chg="add mod">
          <ac:chgData name="佳轩 杨" userId="41200b734dca50d2" providerId="LiveId" clId="{7D17997F-4B30-4868-BF87-2CC9F4EE1198}" dt="2026-05-25T14:27:11.793" v="2636" actId="1076"/>
          <ac:picMkLst>
            <pc:docMk/>
            <pc:sldMk cId="4138766557" sldId="2018"/>
            <ac:picMk id="17" creationId="{EACDED2C-2181-3B9E-D331-6341985DB5DA}"/>
          </ac:picMkLst>
        </pc:picChg>
        <pc:picChg chg="add mod">
          <ac:chgData name="佳轩 杨" userId="41200b734dca50d2" providerId="LiveId" clId="{7D17997F-4B30-4868-BF87-2CC9F4EE1198}" dt="2026-05-25T14:27:11.793" v="2636" actId="1076"/>
          <ac:picMkLst>
            <pc:docMk/>
            <pc:sldMk cId="4138766557" sldId="2018"/>
            <ac:picMk id="18" creationId="{E42D62DB-53D0-9036-B036-F41465252C2E}"/>
          </ac:picMkLst>
        </pc:picChg>
        <pc:picChg chg="add mod">
          <ac:chgData name="佳轩 杨" userId="41200b734dca50d2" providerId="LiveId" clId="{7D17997F-4B30-4868-BF87-2CC9F4EE1198}" dt="2026-05-25T14:27:11.793" v="2636" actId="1076"/>
          <ac:picMkLst>
            <pc:docMk/>
            <pc:sldMk cId="4138766557" sldId="2018"/>
            <ac:picMk id="19" creationId="{B29C9762-D091-DE3F-3964-B2C8A0EC5217}"/>
          </ac:picMkLst>
        </pc:picChg>
        <pc:picChg chg="add mod">
          <ac:chgData name="佳轩 杨" userId="41200b734dca50d2" providerId="LiveId" clId="{7D17997F-4B30-4868-BF87-2CC9F4EE1198}" dt="2026-05-25T14:40:10.465" v="2741" actId="1076"/>
          <ac:picMkLst>
            <pc:docMk/>
            <pc:sldMk cId="4138766557" sldId="2018"/>
            <ac:picMk id="22" creationId="{9B2088AA-FFA4-B6DF-15C6-C42C87F02F3C}"/>
          </ac:picMkLst>
        </pc:picChg>
        <pc:picChg chg="add mod modCrop">
          <ac:chgData name="佳轩 杨" userId="41200b734dca50d2" providerId="LiveId" clId="{7D17997F-4B30-4868-BF87-2CC9F4EE1198}" dt="2026-05-25T14:40:07.254" v="2740" actId="1076"/>
          <ac:picMkLst>
            <pc:docMk/>
            <pc:sldMk cId="4138766557" sldId="2018"/>
            <ac:picMk id="23" creationId="{02E577CA-6E63-C6DA-E867-0C39FB187DF5}"/>
          </ac:picMkLst>
        </pc:picChg>
        <pc:picChg chg="add del mod modCrop">
          <ac:chgData name="佳轩 杨" userId="41200b734dca50d2" providerId="LiveId" clId="{7D17997F-4B30-4868-BF87-2CC9F4EE1198}" dt="2026-05-25T14:30:45.201" v="2653" actId="478"/>
          <ac:picMkLst>
            <pc:docMk/>
            <pc:sldMk cId="4138766557" sldId="2018"/>
            <ac:picMk id="24" creationId="{B4B489FF-A5BE-613B-50AF-1E4CC0825D2D}"/>
          </ac:picMkLst>
        </pc:picChg>
        <pc:picChg chg="add del mod modCrop">
          <ac:chgData name="佳轩 杨" userId="41200b734dca50d2" providerId="LiveId" clId="{7D17997F-4B30-4868-BF87-2CC9F4EE1198}" dt="2026-05-25T14:32:04.574" v="2675" actId="478"/>
          <ac:picMkLst>
            <pc:docMk/>
            <pc:sldMk cId="4138766557" sldId="2018"/>
            <ac:picMk id="25" creationId="{44334B71-174E-5EB2-C431-40B92F2E79EE}"/>
          </ac:picMkLst>
        </pc:picChg>
        <pc:picChg chg="add mod">
          <ac:chgData name="佳轩 杨" userId="41200b734dca50d2" providerId="LiveId" clId="{7D17997F-4B30-4868-BF87-2CC9F4EE1198}" dt="2026-05-25T14:39:11.412" v="2731" actId="1076"/>
          <ac:picMkLst>
            <pc:docMk/>
            <pc:sldMk cId="4138766557" sldId="2018"/>
            <ac:picMk id="26" creationId="{26A3FDA1-4152-FA14-B062-920D3A74FC0C}"/>
          </ac:picMkLst>
        </pc:picChg>
        <pc:picChg chg="add mod">
          <ac:chgData name="佳轩 杨" userId="41200b734dca50d2" providerId="LiveId" clId="{7D17997F-4B30-4868-BF87-2CC9F4EE1198}" dt="2026-05-25T14:39:11.412" v="2731" actId="1076"/>
          <ac:picMkLst>
            <pc:docMk/>
            <pc:sldMk cId="4138766557" sldId="2018"/>
            <ac:picMk id="27" creationId="{FA7835FD-8DAB-BCAC-9FCD-D3F00C07D804}"/>
          </ac:picMkLst>
        </pc:picChg>
        <pc:picChg chg="add del">
          <ac:chgData name="佳轩 杨" userId="41200b734dca50d2" providerId="LiveId" clId="{7D17997F-4B30-4868-BF87-2CC9F4EE1198}" dt="2026-05-25T14:36:54.993" v="2694" actId="478"/>
          <ac:picMkLst>
            <pc:docMk/>
            <pc:sldMk cId="4138766557" sldId="2018"/>
            <ac:picMk id="29" creationId="{AE7493B3-1168-8592-A491-39EF09BC7AAD}"/>
          </ac:picMkLst>
        </pc:picChg>
        <pc:picChg chg="add del mod modCrop">
          <ac:chgData name="佳轩 杨" userId="41200b734dca50d2" providerId="LiveId" clId="{7D17997F-4B30-4868-BF87-2CC9F4EE1198}" dt="2026-05-25T14:38:08.857" v="2713" actId="478"/>
          <ac:picMkLst>
            <pc:docMk/>
            <pc:sldMk cId="4138766557" sldId="2018"/>
            <ac:picMk id="35" creationId="{8C6A78B5-099F-DADF-C841-718776104E5E}"/>
          </ac:picMkLst>
        </pc:picChg>
        <pc:picChg chg="add mod">
          <ac:chgData name="佳轩 杨" userId="41200b734dca50d2" providerId="LiveId" clId="{7D17997F-4B30-4868-BF87-2CC9F4EE1198}" dt="2026-05-25T14:39:04.743" v="2730" actId="1076"/>
          <ac:picMkLst>
            <pc:docMk/>
            <pc:sldMk cId="4138766557" sldId="2018"/>
            <ac:picMk id="36" creationId="{EFE6652E-92A7-7AED-C320-0BC7BC4292F9}"/>
          </ac:picMkLst>
        </pc:picChg>
      </pc:sldChg>
      <pc:sldChg chg="addSp delSp modSp add mod">
        <pc:chgData name="佳轩 杨" userId="41200b734dca50d2" providerId="LiveId" clId="{7D17997F-4B30-4868-BF87-2CC9F4EE1198}" dt="2026-05-25T15:28:41.886" v="3158" actId="20577"/>
        <pc:sldMkLst>
          <pc:docMk/>
          <pc:sldMk cId="3151537076" sldId="2019"/>
        </pc:sldMkLst>
        <pc:spChg chg="mod">
          <ac:chgData name="佳轩 杨" userId="41200b734dca50d2" providerId="LiveId" clId="{7D17997F-4B30-4868-BF87-2CC9F4EE1198}" dt="2026-05-25T15:09:28.059" v="3046" actId="1076"/>
          <ac:spMkLst>
            <pc:docMk/>
            <pc:sldMk cId="3151537076" sldId="2019"/>
            <ac:spMk id="3" creationId="{9ACC0C6A-A494-D882-5330-4F3C06A637FD}"/>
          </ac:spMkLst>
        </pc:spChg>
        <pc:spChg chg="mod">
          <ac:chgData name="佳轩 杨" userId="41200b734dca50d2" providerId="LiveId" clId="{7D17997F-4B30-4868-BF87-2CC9F4EE1198}" dt="2026-05-25T15:07:45.053" v="2997" actId="1076"/>
          <ac:spMkLst>
            <pc:docMk/>
            <pc:sldMk cId="3151537076" sldId="2019"/>
            <ac:spMk id="9" creationId="{00C5C336-520C-A07A-F803-1D303F509FE3}"/>
          </ac:spMkLst>
        </pc:spChg>
        <pc:spChg chg="mod">
          <ac:chgData name="佳轩 杨" userId="41200b734dca50d2" providerId="LiveId" clId="{7D17997F-4B30-4868-BF87-2CC9F4EE1198}" dt="2026-05-25T15:08:01.461" v="3027" actId="20577"/>
          <ac:spMkLst>
            <pc:docMk/>
            <pc:sldMk cId="3151537076" sldId="2019"/>
            <ac:spMk id="10" creationId="{79B2BEED-484B-AE57-34D4-EF3B8716E52C}"/>
          </ac:spMkLst>
        </pc:spChg>
        <pc:spChg chg="mod">
          <ac:chgData name="佳轩 杨" userId="41200b734dca50d2" providerId="LiveId" clId="{7D17997F-4B30-4868-BF87-2CC9F4EE1198}" dt="2026-05-25T15:07:45.053" v="2997" actId="1076"/>
          <ac:spMkLst>
            <pc:docMk/>
            <pc:sldMk cId="3151537076" sldId="2019"/>
            <ac:spMk id="11" creationId="{E1E176E0-90D2-6B02-286D-7F514F5BA8DA}"/>
          </ac:spMkLst>
        </pc:spChg>
        <pc:spChg chg="add mod">
          <ac:chgData name="佳轩 杨" userId="41200b734dca50d2" providerId="LiveId" clId="{7D17997F-4B30-4868-BF87-2CC9F4EE1198}" dt="2026-05-25T15:11:20.318" v="3072" actId="14100"/>
          <ac:spMkLst>
            <pc:docMk/>
            <pc:sldMk cId="3151537076" sldId="2019"/>
            <ac:spMk id="12" creationId="{5D31A334-470D-02B9-7994-45DF11D495BE}"/>
          </ac:spMkLst>
        </pc:spChg>
        <pc:spChg chg="add mod">
          <ac:chgData name="佳轩 杨" userId="41200b734dca50d2" providerId="LiveId" clId="{7D17997F-4B30-4868-BF87-2CC9F4EE1198}" dt="2026-05-25T15:11:11.894" v="3071" actId="20577"/>
          <ac:spMkLst>
            <pc:docMk/>
            <pc:sldMk cId="3151537076" sldId="2019"/>
            <ac:spMk id="13" creationId="{DEFB9CD3-CE69-7E72-D171-B7BA4FCB6EB4}"/>
          </ac:spMkLst>
        </pc:spChg>
        <pc:spChg chg="mod">
          <ac:chgData name="佳轩 杨" userId="41200b734dca50d2" providerId="LiveId" clId="{7D17997F-4B30-4868-BF87-2CC9F4EE1198}" dt="2026-05-25T15:28:41.886" v="3158" actId="20577"/>
          <ac:spMkLst>
            <pc:docMk/>
            <pc:sldMk cId="3151537076" sldId="2019"/>
            <ac:spMk id="21" creationId="{0C6AB33D-4382-8FD8-275C-39FDBD9C85E4}"/>
          </ac:spMkLst>
        </pc:spChg>
        <pc:picChg chg="del">
          <ac:chgData name="佳轩 杨" userId="41200b734dca50d2" providerId="LiveId" clId="{7D17997F-4B30-4868-BF87-2CC9F4EE1198}" dt="2026-05-25T14:47:58.899" v="2769" actId="478"/>
          <ac:picMkLst>
            <pc:docMk/>
            <pc:sldMk cId="3151537076" sldId="2019"/>
            <ac:picMk id="2" creationId="{6DDD67EE-A41E-96B2-39B2-D07DD181BAE0}"/>
          </ac:picMkLst>
        </pc:picChg>
        <pc:picChg chg="add mod">
          <ac:chgData name="佳轩 杨" userId="41200b734dca50d2" providerId="LiveId" clId="{7D17997F-4B30-4868-BF87-2CC9F4EE1198}" dt="2026-05-25T15:09:26.049" v="3045" actId="1076"/>
          <ac:picMkLst>
            <pc:docMk/>
            <pc:sldMk cId="3151537076" sldId="2019"/>
            <ac:picMk id="6" creationId="{E263F490-022F-7103-A8A7-58F8831E0A52}"/>
          </ac:picMkLst>
        </pc:picChg>
        <pc:picChg chg="add mod">
          <ac:chgData name="佳轩 杨" userId="41200b734dca50d2" providerId="LiveId" clId="{7D17997F-4B30-4868-BF87-2CC9F4EE1198}" dt="2026-05-25T15:09:31.410" v="3047" actId="1076"/>
          <ac:picMkLst>
            <pc:docMk/>
            <pc:sldMk cId="3151537076" sldId="2019"/>
            <ac:picMk id="7" creationId="{C2DDB704-02D0-03B6-21FA-D322BE8C358D}"/>
          </ac:picMkLst>
        </pc:picChg>
        <pc:picChg chg="add mod">
          <ac:chgData name="佳轩 杨" userId="41200b734dca50d2" providerId="LiveId" clId="{7D17997F-4B30-4868-BF87-2CC9F4EE1198}" dt="2026-05-25T15:09:33.743" v="3048" actId="1076"/>
          <ac:picMkLst>
            <pc:docMk/>
            <pc:sldMk cId="3151537076" sldId="2019"/>
            <ac:picMk id="8" creationId="{FCCCB346-D732-27F2-7BE3-483157C55F34}"/>
          </ac:picMkLst>
        </pc:picChg>
      </pc:sldChg>
      <pc:sldChg chg="modSp add mod ord">
        <pc:chgData name="佳轩 杨" userId="41200b734dca50d2" providerId="LiveId" clId="{7D17997F-4B30-4868-BF87-2CC9F4EE1198}" dt="2026-05-25T12:57:56.094" v="2596" actId="207"/>
        <pc:sldMkLst>
          <pc:docMk/>
          <pc:sldMk cId="2744457422" sldId="2020"/>
        </pc:sldMkLst>
        <pc:spChg chg="mod">
          <ac:chgData name="佳轩 杨" userId="41200b734dca50d2" providerId="LiveId" clId="{7D17997F-4B30-4868-BF87-2CC9F4EE1198}" dt="2026-05-25T12:57:40.295" v="2590" actId="207"/>
          <ac:spMkLst>
            <pc:docMk/>
            <pc:sldMk cId="2744457422" sldId="2020"/>
            <ac:spMk id="44" creationId="{CB2B8E1D-1A90-C9E2-8D99-BCFF5248460F}"/>
          </ac:spMkLst>
        </pc:spChg>
        <pc:spChg chg="mod">
          <ac:chgData name="佳轩 杨" userId="41200b734dca50d2" providerId="LiveId" clId="{7D17997F-4B30-4868-BF87-2CC9F4EE1198}" dt="2026-05-25T12:57:33.296" v="2589" actId="207"/>
          <ac:spMkLst>
            <pc:docMk/>
            <pc:sldMk cId="2744457422" sldId="2020"/>
            <ac:spMk id="45" creationId="{F15C6D21-998C-CD71-6889-2A2022682A12}"/>
          </ac:spMkLst>
        </pc:spChg>
        <pc:spChg chg="mod">
          <ac:chgData name="佳轩 杨" userId="41200b734dca50d2" providerId="LiveId" clId="{7D17997F-4B30-4868-BF87-2CC9F4EE1198}" dt="2026-05-25T12:57:43.201" v="2591" actId="207"/>
          <ac:spMkLst>
            <pc:docMk/>
            <pc:sldMk cId="2744457422" sldId="2020"/>
            <ac:spMk id="47" creationId="{F9651B8D-5449-4778-437E-3682033D3ACF}"/>
          </ac:spMkLst>
        </pc:spChg>
        <pc:spChg chg="mod">
          <ac:chgData name="佳轩 杨" userId="41200b734dca50d2" providerId="LiveId" clId="{7D17997F-4B30-4868-BF87-2CC9F4EE1198}" dt="2026-05-25T12:57:46.877" v="2592" actId="208"/>
          <ac:spMkLst>
            <pc:docMk/>
            <pc:sldMk cId="2744457422" sldId="2020"/>
            <ac:spMk id="48" creationId="{DB296DF7-C087-6255-5D30-A991E968758A}"/>
          </ac:spMkLst>
        </pc:spChg>
        <pc:spChg chg="mod">
          <ac:chgData name="佳轩 杨" userId="41200b734dca50d2" providerId="LiveId" clId="{7D17997F-4B30-4868-BF87-2CC9F4EE1198}" dt="2026-05-25T12:57:31.534" v="2588" actId="207"/>
          <ac:spMkLst>
            <pc:docMk/>
            <pc:sldMk cId="2744457422" sldId="2020"/>
            <ac:spMk id="49" creationId="{A5C65904-6B2D-BF29-35AE-D1600F5B7C02}"/>
          </ac:spMkLst>
        </pc:spChg>
        <pc:spChg chg="mod">
          <ac:chgData name="佳轩 杨" userId="41200b734dca50d2" providerId="LiveId" clId="{7D17997F-4B30-4868-BF87-2CC9F4EE1198}" dt="2026-05-25T12:57:52.035" v="2595" actId="207"/>
          <ac:spMkLst>
            <pc:docMk/>
            <pc:sldMk cId="2744457422" sldId="2020"/>
            <ac:spMk id="52" creationId="{B0BDEBB4-713C-07F8-7D0E-A8320ED1900A}"/>
          </ac:spMkLst>
        </pc:spChg>
        <pc:spChg chg="mod">
          <ac:chgData name="佳轩 杨" userId="41200b734dca50d2" providerId="LiveId" clId="{7D17997F-4B30-4868-BF87-2CC9F4EE1198}" dt="2026-05-25T12:57:29.185" v="2587" actId="207"/>
          <ac:spMkLst>
            <pc:docMk/>
            <pc:sldMk cId="2744457422" sldId="2020"/>
            <ac:spMk id="53" creationId="{1DD82B4A-3761-18E7-E2DD-172DF675BC8A}"/>
          </ac:spMkLst>
        </pc:spChg>
        <pc:spChg chg="mod">
          <ac:chgData name="佳轩 杨" userId="41200b734dca50d2" providerId="LiveId" clId="{7D17997F-4B30-4868-BF87-2CC9F4EE1198}" dt="2026-05-25T12:57:56.094" v="2596" actId="207"/>
          <ac:spMkLst>
            <pc:docMk/>
            <pc:sldMk cId="2744457422" sldId="2020"/>
            <ac:spMk id="56" creationId="{FEAB73EB-719E-52DD-F616-032BC5456D27}"/>
          </ac:spMkLst>
        </pc:spChg>
        <pc:spChg chg="mod">
          <ac:chgData name="佳轩 杨" userId="41200b734dca50d2" providerId="LiveId" clId="{7D17997F-4B30-4868-BF87-2CC9F4EE1198}" dt="2026-05-25T12:57:27.656" v="2586" actId="207"/>
          <ac:spMkLst>
            <pc:docMk/>
            <pc:sldMk cId="2744457422" sldId="2020"/>
            <ac:spMk id="57" creationId="{B8147CE9-D657-615B-87D4-813DE355B7C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2026/5/25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5BB41-1574-5643-CE43-7291B23D2B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A47EDF-DD4A-40E7-512E-AF5F700F31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5E1F75-6026-22CA-33EA-DB7E1D0B300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02A76CC-3A55-5E16-EE6B-429549BC623F}"/>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780659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A4BE-7977-9642-F113-847EA11D9E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19E57D-C2F3-9278-1E29-DD06D6A15D5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44AABF-C5BA-C8A2-AF3B-837ABE97E14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52C720-BAF5-2C3D-E5E3-6E90CC30A1D9}"/>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277579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2730691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4090003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56EE-E122-97A0-2B1C-E6F1CCAABB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584E58-6720-FA2E-8B61-AA44ADBE61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FEA3F4-4771-0D5A-B001-5883F2965B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A2D9154-7C26-849F-259B-3A46B02B2205}"/>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1774201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0F49-B252-916E-0C44-66FE7147A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87D675-771C-D4AD-C147-1C31DD390B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BD2F86-8C79-E8F5-7E36-65F88C1B02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6643BA5-CF3C-E847-0CF9-17049BCF6E70}"/>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1808400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0C22C-26F7-294B-DE5D-6E56AF7FD3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923A26-7095-5A13-142D-53324FE7FE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7F6AAD-A1BA-8255-1518-EE096F49072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E01BF51-214D-BFCD-ECA3-6E101E3466AB}"/>
              </a:ext>
            </a:extLst>
          </p:cNvPr>
          <p:cNvSpPr>
            <a:spLocks noGrp="1"/>
          </p:cNvSpPr>
          <p:nvPr>
            <p:ph type="sldNum" sz="quarter" idx="5"/>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4109473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1FEA6-A687-4D1C-98B3-A02620AF14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133607-7249-4F87-1BE9-A6EFB6FBBB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721AFD-C86F-A4F2-A9A4-03C40CFF9D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A27FD3-4A58-CEC9-0C0B-F0C9C6CE08D2}"/>
              </a:ext>
            </a:extLst>
          </p:cNvPr>
          <p:cNvSpPr>
            <a:spLocks noGrp="1"/>
          </p:cNvSpPr>
          <p:nvPr>
            <p:ph type="sldNum" sz="quarter" idx="5"/>
          </p:nvPr>
        </p:nvSpPr>
        <p:spPr/>
        <p:txBody>
          <a:bodyPr/>
          <a:lstStyle/>
          <a:p>
            <a:fld id="{B33B8F23-8142-4ACB-BD67-B58DC4CB01CF}" type="slidenum">
              <a:rPr lang="zh-CN" altLang="en-US" smtClean="0"/>
              <a:t>16</a:t>
            </a:fld>
            <a:endParaRPr lang="zh-CN" altLang="en-US"/>
          </a:p>
        </p:txBody>
      </p:sp>
    </p:spTree>
    <p:extLst>
      <p:ext uri="{BB962C8B-B14F-4D97-AF65-F5344CB8AC3E}">
        <p14:creationId xmlns:p14="http://schemas.microsoft.com/office/powerpoint/2010/main" val="2935672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17</a:t>
            </a:fld>
            <a:endParaRPr lang="zh-CN" altLang="en-US"/>
          </a:p>
        </p:txBody>
      </p:sp>
    </p:spTree>
    <p:extLst>
      <p:ext uri="{BB962C8B-B14F-4D97-AF65-F5344CB8AC3E}">
        <p14:creationId xmlns:p14="http://schemas.microsoft.com/office/powerpoint/2010/main" val="3570574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27E7A-5B37-0B93-60E2-11EF1B0205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7D160D-8122-2101-82B4-506E5C2385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4B2026-3AF2-E6CC-D03D-B8E3B993CC2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101860D-C1B7-E27C-69FC-D04204DF3262}"/>
              </a:ext>
            </a:extLst>
          </p:cNvPr>
          <p:cNvSpPr>
            <a:spLocks noGrp="1"/>
          </p:cNvSpPr>
          <p:nvPr>
            <p:ph type="sldNum" sz="quarter" idx="5"/>
          </p:nvPr>
        </p:nvSpPr>
        <p:spPr/>
        <p:txBody>
          <a:bodyPr/>
          <a:lstStyle/>
          <a:p>
            <a:fld id="{B33B8F23-8142-4ACB-BD67-B58DC4CB01CF}" type="slidenum">
              <a:rPr lang="zh-CN" altLang="en-US" smtClean="0"/>
              <a:t>18</a:t>
            </a:fld>
            <a:endParaRPr lang="zh-CN" altLang="en-US"/>
          </a:p>
        </p:txBody>
      </p:sp>
    </p:spTree>
    <p:extLst>
      <p:ext uri="{BB962C8B-B14F-4D97-AF65-F5344CB8AC3E}">
        <p14:creationId xmlns:p14="http://schemas.microsoft.com/office/powerpoint/2010/main" val="3093330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745DF-473D-CB0A-9EEF-9EE5CB2EDD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32EAC4-A6B8-D32B-A233-A55C0DA587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96CEB6-747C-BCBB-764E-B6A836A5F3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4278D5C-4399-6CC4-2460-F5AC91CD18A8}"/>
              </a:ext>
            </a:extLst>
          </p:cNvPr>
          <p:cNvSpPr>
            <a:spLocks noGrp="1"/>
          </p:cNvSpPr>
          <p:nvPr>
            <p:ph type="sldNum" sz="quarter" idx="5"/>
          </p:nvPr>
        </p:nvSpPr>
        <p:spPr/>
        <p:txBody>
          <a:bodyPr/>
          <a:lstStyle/>
          <a:p>
            <a:fld id="{B33B8F23-8142-4ACB-BD67-B58DC4CB01CF}" type="slidenum">
              <a:rPr lang="zh-CN" altLang="en-US" smtClean="0"/>
              <a:t>19</a:t>
            </a:fld>
            <a:endParaRPr lang="zh-CN" altLang="en-US"/>
          </a:p>
        </p:txBody>
      </p:sp>
    </p:spTree>
    <p:extLst>
      <p:ext uri="{BB962C8B-B14F-4D97-AF65-F5344CB8AC3E}">
        <p14:creationId xmlns:p14="http://schemas.microsoft.com/office/powerpoint/2010/main" val="492642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9FA8E-80D3-66E2-235F-1DEDF60EA1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76467D-EBB5-6036-DCDA-1C75B49F68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FA525-DC30-B27B-A694-ECD8AD12DF5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AE5178C-B35C-99DA-E178-9D673B8B4D05}"/>
              </a:ext>
            </a:extLst>
          </p:cNvPr>
          <p:cNvSpPr>
            <a:spLocks noGrp="1"/>
          </p:cNvSpPr>
          <p:nvPr>
            <p:ph type="sldNum" sz="quarter" idx="5"/>
          </p:nvPr>
        </p:nvSpPr>
        <p:spPr/>
        <p:txBody>
          <a:bodyPr/>
          <a:lstStyle/>
          <a:p>
            <a:fld id="{B33B8F23-8142-4ACB-BD67-B58DC4CB01CF}" type="slidenum">
              <a:rPr lang="zh-CN" altLang="en-US" smtClean="0"/>
              <a:t>20</a:t>
            </a:fld>
            <a:endParaRPr lang="zh-CN" altLang="en-US"/>
          </a:p>
        </p:txBody>
      </p:sp>
    </p:spTree>
    <p:extLst>
      <p:ext uri="{BB962C8B-B14F-4D97-AF65-F5344CB8AC3E}">
        <p14:creationId xmlns:p14="http://schemas.microsoft.com/office/powerpoint/2010/main" val="204272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21</a:t>
            </a:fld>
            <a:endParaRPr lang="zh-CN" altLang="en-US"/>
          </a:p>
        </p:txBody>
      </p:sp>
    </p:spTree>
    <p:extLst>
      <p:ext uri="{BB962C8B-B14F-4D97-AF65-F5344CB8AC3E}">
        <p14:creationId xmlns:p14="http://schemas.microsoft.com/office/powerpoint/2010/main" val="864996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22</a:t>
            </a:fld>
            <a:endParaRPr lang="zh-CN" altLang="en-US"/>
          </a:p>
        </p:txBody>
      </p:sp>
    </p:spTree>
    <p:extLst>
      <p:ext uri="{BB962C8B-B14F-4D97-AF65-F5344CB8AC3E}">
        <p14:creationId xmlns:p14="http://schemas.microsoft.com/office/powerpoint/2010/main" val="3890838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23</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24</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25</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14.xml"/><Relationship Id="rId7" Type="http://schemas.openxmlformats.org/officeDocument/2006/relationships/image" Target="../media/image2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notesSlide" Target="../notesSlides/notesSlide6.xml"/><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6.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6.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50.png"/><Relationship Id="rId4" Type="http://schemas.openxmlformats.org/officeDocument/2006/relationships/image" Target="../media/image6.png"/><Relationship Id="rId9" Type="http://schemas.openxmlformats.org/officeDocument/2006/relationships/image" Target="../media/image5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3" Type="http://schemas.openxmlformats.org/officeDocument/2006/relationships/image" Target="../media/image6.png"/><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jp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65.jpg"/><Relationship Id="rId5" Type="http://schemas.openxmlformats.org/officeDocument/2006/relationships/image" Target="../media/image71.png"/><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混合式双轮足机器人轻量级控制策略研究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4014842" y="1247552"/>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595465" y="1213181"/>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597012" y="2318036"/>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4014842" y="235240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4037785" y="35074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621504" y="34730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F55C1E21-003A-06E1-81E9-090133C34ADF}"/>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4016389" y="467072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600108" y="4636353"/>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7E187F2D-84E3-76F2-FAC9-8D47EA1D9D06}"/>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D38F60E4-6C45-ACE8-7313-19584D0DE4D7}"/>
              </a:ext>
            </a:extLst>
          </p:cNvPr>
          <p:cNvSpPr/>
          <p:nvPr/>
        </p:nvSpPr>
        <p:spPr>
          <a:xfrm flipV="1">
            <a:off x="4007210" y="5687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1F22EBA3-B481-E6A6-0A7D-761E243DA520}"/>
              </a:ext>
            </a:extLst>
          </p:cNvPr>
          <p:cNvSpPr/>
          <p:nvPr/>
        </p:nvSpPr>
        <p:spPr>
          <a:xfrm flipV="1">
            <a:off x="3590929" y="5652649"/>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2521FD6E-524D-2502-20AE-2A97E2A868C0}"/>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F9E34574-FBD7-C067-272A-C4DF92F1FC84}"/>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5C6C-4F3F-9D10-0036-62F04292107B}"/>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E7FCCA66-F373-253C-849C-0FF97CA93D47}"/>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048DF636-4C4D-7429-480E-34A07976C6C7}"/>
              </a:ext>
            </a:extLst>
          </p:cNvPr>
          <p:cNvSpPr/>
          <p:nvPr/>
        </p:nvSpPr>
        <p:spPr>
          <a:xfrm flipV="1">
            <a:off x="4014842" y="1247552"/>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14C5F630-24A2-BCDB-7DC8-DDB99532C80A}"/>
              </a:ext>
            </a:extLst>
          </p:cNvPr>
          <p:cNvSpPr/>
          <p:nvPr/>
        </p:nvSpPr>
        <p:spPr>
          <a:xfrm flipV="1">
            <a:off x="3595465" y="1213181"/>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055554CD-41ED-BC40-3843-36CC64C44B04}"/>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53646BA-0D5F-889C-3F65-6E8F24EFDD63}"/>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A9F7360B-5E37-66C1-084C-9CD4C18962DC}"/>
              </a:ext>
            </a:extLst>
          </p:cNvPr>
          <p:cNvSpPr/>
          <p:nvPr/>
        </p:nvSpPr>
        <p:spPr>
          <a:xfrm flipV="1">
            <a:off x="3597012" y="2318036"/>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01D56EFE-742B-EBC3-50CA-F59F89534868}"/>
              </a:ext>
            </a:extLst>
          </p:cNvPr>
          <p:cNvSpPr/>
          <p:nvPr/>
        </p:nvSpPr>
        <p:spPr>
          <a:xfrm flipV="1">
            <a:off x="4014842" y="235240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31811627-920D-47A9-882C-02E36BD239DC}"/>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B885EAEC-7F65-90C2-93AA-A2E9700609E4}"/>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367FA4FB-71D5-7891-230B-7EA0B4D411D1}"/>
              </a:ext>
            </a:extLst>
          </p:cNvPr>
          <p:cNvSpPr/>
          <p:nvPr/>
        </p:nvSpPr>
        <p:spPr>
          <a:xfrm flipV="1">
            <a:off x="4037785" y="35074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235D3EFC-145A-7C20-03C5-36873C83BA91}"/>
              </a:ext>
            </a:extLst>
          </p:cNvPr>
          <p:cNvSpPr/>
          <p:nvPr/>
        </p:nvSpPr>
        <p:spPr>
          <a:xfrm flipV="1">
            <a:off x="3621504" y="3473065"/>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79020372-AC29-8DA4-99AD-676411BF4EB4}"/>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1B5BAF9A-D255-8300-C68F-48B347A1D4EE}"/>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6F1A09A8-5496-72E0-3A7B-DC5B61672C9B}"/>
              </a:ext>
            </a:extLst>
          </p:cNvPr>
          <p:cNvSpPr/>
          <p:nvPr/>
        </p:nvSpPr>
        <p:spPr>
          <a:xfrm flipV="1">
            <a:off x="4016389" y="467072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0C5E4D29-B034-779E-2F80-F7676512EA94}"/>
              </a:ext>
            </a:extLst>
          </p:cNvPr>
          <p:cNvSpPr/>
          <p:nvPr/>
        </p:nvSpPr>
        <p:spPr>
          <a:xfrm flipV="1">
            <a:off x="3600108" y="4636353"/>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23695DC4-6676-E5BA-E7D3-667AF1DA87C5}"/>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E93A2449-7CBB-03E3-FCAA-1DD80F117624}"/>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750C4D1B-DEE8-4E45-DC06-13571E0D4BEE}"/>
              </a:ext>
            </a:extLst>
          </p:cNvPr>
          <p:cNvSpPr/>
          <p:nvPr/>
        </p:nvSpPr>
        <p:spPr>
          <a:xfrm flipV="1">
            <a:off x="4007210" y="5687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43597C0E-61AD-97CD-596E-0B62068F191C}"/>
              </a:ext>
            </a:extLst>
          </p:cNvPr>
          <p:cNvSpPr/>
          <p:nvPr/>
        </p:nvSpPr>
        <p:spPr>
          <a:xfrm flipV="1">
            <a:off x="3590929" y="5652649"/>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F2DFA0E6-C993-86AE-C774-C6CB62201417}"/>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AA824BF9-4389-CE2F-BD4C-B4AAEFAAD64D}"/>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49582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7">
            <a:extLst>
              <a:ext uri="{FF2B5EF4-FFF2-40B4-BE49-F238E27FC236}">
                <a16:creationId xmlns:a16="http://schemas.microsoft.com/office/drawing/2014/main" id="{4D9C42C8-DC90-BCA6-EABA-B682F62E93BD}"/>
              </a:ext>
            </a:extLst>
          </p:cNvPr>
          <p:cNvSpPr/>
          <p:nvPr/>
        </p:nvSpPr>
        <p:spPr>
          <a:xfrm>
            <a:off x="130411" y="1194279"/>
            <a:ext cx="5750052" cy="178691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E7A7D494-789A-824D-D1CE-3D51F125FECA}"/>
              </a:ext>
            </a:extLst>
          </p:cNvPr>
          <p:cNvSpPr/>
          <p:nvPr/>
        </p:nvSpPr>
        <p:spPr>
          <a:xfrm>
            <a:off x="278492" y="988269"/>
            <a:ext cx="2378794" cy="41202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机器人技术发展迅速</a:t>
            </a:r>
          </a:p>
        </p:txBody>
      </p:sp>
      <p:grpSp>
        <p:nvGrpSpPr>
          <p:cNvPr id="6" name="组合 5">
            <a:extLst>
              <a:ext uri="{FF2B5EF4-FFF2-40B4-BE49-F238E27FC236}">
                <a16:creationId xmlns:a16="http://schemas.microsoft.com/office/drawing/2014/main" id="{58FA9C0F-92D0-7794-5DEF-B94388C51F74}"/>
              </a:ext>
            </a:extLst>
          </p:cNvPr>
          <p:cNvGrpSpPr/>
          <p:nvPr/>
        </p:nvGrpSpPr>
        <p:grpSpPr>
          <a:xfrm>
            <a:off x="6096000" y="972463"/>
            <a:ext cx="5714377" cy="1994146"/>
            <a:chOff x="2413716" y="3376981"/>
            <a:chExt cx="9578085" cy="2155695"/>
          </a:xfrm>
        </p:grpSpPr>
        <p:sp>
          <p:nvSpPr>
            <p:cNvPr id="7" name="圆角矩形 7">
              <a:extLst>
                <a:ext uri="{FF2B5EF4-FFF2-40B4-BE49-F238E27FC236}">
                  <a16:creationId xmlns:a16="http://schemas.microsoft.com/office/drawing/2014/main" id="{07A3795E-E99B-7BB6-62AF-1EECB67AC90C}"/>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8">
              <a:extLst>
                <a:ext uri="{FF2B5EF4-FFF2-40B4-BE49-F238E27FC236}">
                  <a16:creationId xmlns:a16="http://schemas.microsoft.com/office/drawing/2014/main" id="{45CE0593-1D98-D1FB-25EA-811E5E63D835}"/>
                </a:ext>
              </a:extLst>
            </p:cNvPr>
            <p:cNvSpPr/>
            <p:nvPr/>
          </p:nvSpPr>
          <p:spPr>
            <a:xfrm>
              <a:off x="2668667" y="3376981"/>
              <a:ext cx="4052869" cy="445397"/>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轮足机器人性能优越</a:t>
              </a:r>
            </a:p>
          </p:txBody>
        </p:sp>
      </p:grpSp>
      <p:sp>
        <p:nvSpPr>
          <p:cNvPr id="9" name="文本框 8">
            <a:extLst>
              <a:ext uri="{FF2B5EF4-FFF2-40B4-BE49-F238E27FC236}">
                <a16:creationId xmlns:a16="http://schemas.microsoft.com/office/drawing/2014/main" id="{F70A0E7E-FC76-3BB1-2AA3-E3A73A332886}"/>
              </a:ext>
            </a:extLst>
          </p:cNvPr>
          <p:cNvSpPr txBox="1"/>
          <p:nvPr/>
        </p:nvSpPr>
        <p:spPr>
          <a:xfrm>
            <a:off x="225872" y="1377558"/>
            <a:ext cx="5654591" cy="1532022"/>
          </a:xfrm>
          <a:prstGeom prst="rect">
            <a:avLst/>
          </a:prstGeom>
          <a:noFill/>
        </p:spPr>
        <p:txBody>
          <a:bodyPr wrap="square" rtlCol="0">
            <a:spAutoFit/>
          </a:bodyPr>
          <a:lstStyle/>
          <a:p>
            <a:pPr latinLnBrk="1">
              <a:lnSpc>
                <a:spcPct val="150000"/>
              </a:lnSpc>
            </a:pPr>
            <a:r>
              <a:rPr lang="zh-CN" altLang="zh-CN" sz="1600" dirty="0">
                <a:latin typeface="+mn-ea"/>
              </a:rPr>
              <a:t>在全球科技迅猛发展的浪潮中，机器人技术已崛起为驱动社会进步与产业变革的</a:t>
            </a:r>
            <a:r>
              <a:rPr lang="zh-CN" altLang="zh-CN" sz="1600" b="1" dirty="0">
                <a:solidFill>
                  <a:srgbClr val="002060"/>
                </a:solidFill>
                <a:latin typeface="+mn-ea"/>
                <a:ea typeface="思源黑体 CN Bold" panose="020B0800000000000000" pitchFamily="34" charset="-122"/>
              </a:rPr>
              <a:t>核心驱动力</a:t>
            </a:r>
            <a:r>
              <a:rPr lang="zh-CN" altLang="en-US" sz="1600" b="1" dirty="0">
                <a:latin typeface="+mn-ea"/>
                <a:ea typeface="思源黑体 CN Bold" panose="020B0800000000000000" pitchFamily="34" charset="-122"/>
              </a:rPr>
              <a:t>。</a:t>
            </a:r>
            <a:r>
              <a:rPr lang="en-US" altLang="zh-CN" sz="1600" dirty="0"/>
              <a:t>《“</a:t>
            </a:r>
            <a:r>
              <a:rPr lang="zh-CN" altLang="en-US" sz="1600" dirty="0"/>
              <a:t>十四五”机器人产业发展规划</a:t>
            </a:r>
            <a:r>
              <a:rPr lang="en-US" altLang="zh-CN" sz="1600" dirty="0"/>
              <a:t>》</a:t>
            </a:r>
            <a:r>
              <a:rPr lang="zh-CN" altLang="en-US" sz="1600" dirty="0"/>
              <a:t>提出到</a:t>
            </a:r>
            <a:r>
              <a:rPr lang="en-US" altLang="zh-CN" sz="1600" dirty="0"/>
              <a:t>2025</a:t>
            </a:r>
            <a:r>
              <a:rPr lang="zh-CN" altLang="en-US" sz="1600" dirty="0"/>
              <a:t>年制造业机器人密度较</a:t>
            </a:r>
            <a:r>
              <a:rPr lang="en-US" altLang="zh-CN" sz="1600" dirty="0"/>
              <a:t>2020</a:t>
            </a:r>
            <a:r>
              <a:rPr lang="zh-CN" altLang="en-US" sz="1600" dirty="0"/>
              <a:t>年翻番，工信部印发</a:t>
            </a:r>
            <a:r>
              <a:rPr lang="en-US" altLang="zh-CN" sz="1600" dirty="0"/>
              <a:t>《</a:t>
            </a:r>
            <a:r>
              <a:rPr lang="zh-CN" altLang="en-US" sz="1600" dirty="0"/>
              <a:t>“机器人</a:t>
            </a:r>
            <a:r>
              <a:rPr lang="en-US" altLang="zh-CN" sz="1600" dirty="0"/>
              <a:t>+”</a:t>
            </a:r>
            <a:r>
              <a:rPr lang="zh-CN" altLang="en-US" sz="1600" dirty="0"/>
              <a:t>应用行动实施方案</a:t>
            </a:r>
            <a:r>
              <a:rPr lang="en-US" altLang="zh-CN" sz="1600" dirty="0"/>
              <a:t>》</a:t>
            </a:r>
            <a:r>
              <a:rPr lang="zh-CN" altLang="en-US" sz="1600" dirty="0"/>
              <a:t>推动机器人产业发展</a:t>
            </a:r>
            <a:endParaRPr lang="zh-CN" altLang="en-US" sz="1600" dirty="0">
              <a:latin typeface="+mn-ea"/>
            </a:endParaRPr>
          </a:p>
        </p:txBody>
      </p:sp>
      <p:pic>
        <p:nvPicPr>
          <p:cNvPr id="10" name="Picture 4" descr="十四五”智能制造发展规划》：抢占关键技术制高点 2035年规上制造业将普及数字化-新闻频道-和讯网">
            <a:extLst>
              <a:ext uri="{FF2B5EF4-FFF2-40B4-BE49-F238E27FC236}">
                <a16:creationId xmlns:a16="http://schemas.microsoft.com/office/drawing/2014/main" id="{E056A2AE-9C42-F3D8-D8EA-37503DF40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872" y="3072895"/>
            <a:ext cx="3019914" cy="17903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C0CF5E0F-EB26-D0C9-0ACA-C9CD8E8656CC}"/>
              </a:ext>
            </a:extLst>
          </p:cNvPr>
          <p:cNvPicPr>
            <a:picLocks noChangeAspect="1"/>
          </p:cNvPicPr>
          <p:nvPr/>
        </p:nvPicPr>
        <p:blipFill>
          <a:blip r:embed="rId3" cstate="print">
            <a:extLst>
              <a:ext uri="{28A0092B-C50C-407E-A947-70E740481C1C}">
                <a14:useLocalDpi xmlns:a14="http://schemas.microsoft.com/office/drawing/2010/main" val="0"/>
              </a:ext>
            </a:extLst>
          </a:blip>
          <a:srcRect l="25722" r="20974"/>
          <a:stretch>
            <a:fillRect/>
          </a:stretch>
        </p:blipFill>
        <p:spPr>
          <a:xfrm>
            <a:off x="6348337" y="3072895"/>
            <a:ext cx="1417345" cy="1773558"/>
          </a:xfrm>
          <a:prstGeom prst="rect">
            <a:avLst/>
          </a:prstGeom>
          <a:ln>
            <a:noFill/>
          </a:ln>
          <a:effectLst>
            <a:outerShdw blurRad="292100" dist="139700" dir="2700000" algn="tl" rotWithShape="0">
              <a:srgbClr val="333333">
                <a:alpha val="65000"/>
              </a:srgbClr>
            </a:outerShdw>
          </a:effectLst>
        </p:spPr>
      </p:pic>
      <p:pic>
        <p:nvPicPr>
          <p:cNvPr id="13" name="图片 12">
            <a:extLst>
              <a:ext uri="{FF2B5EF4-FFF2-40B4-BE49-F238E27FC236}">
                <a16:creationId xmlns:a16="http://schemas.microsoft.com/office/drawing/2014/main" id="{3D0C81EB-7372-B796-672D-7877DD7268CE}"/>
              </a:ext>
            </a:extLst>
          </p:cNvPr>
          <p:cNvPicPr>
            <a:picLocks noChangeAspect="1"/>
          </p:cNvPicPr>
          <p:nvPr/>
        </p:nvPicPr>
        <p:blipFill>
          <a:blip r:embed="rId4"/>
          <a:stretch>
            <a:fillRect/>
          </a:stretch>
        </p:blipFill>
        <p:spPr>
          <a:xfrm>
            <a:off x="556835" y="4979195"/>
            <a:ext cx="2357987" cy="1607719"/>
          </a:xfrm>
          <a:prstGeom prst="rect">
            <a:avLst/>
          </a:prstGeom>
          <a:ln>
            <a:noFill/>
          </a:ln>
          <a:effectLst>
            <a:outerShdw blurRad="292100" dist="139700" dir="2700000" algn="tl" rotWithShape="0">
              <a:srgbClr val="333333">
                <a:alpha val="65000"/>
              </a:srgbClr>
            </a:outerShdw>
          </a:effectLst>
        </p:spPr>
      </p:pic>
      <p:pic>
        <p:nvPicPr>
          <p:cNvPr id="14" name="Picture 10" descr="机器人中的运动健将，轮腿式机器人Ollie_怡美工业设计公司">
            <a:extLst>
              <a:ext uri="{FF2B5EF4-FFF2-40B4-BE49-F238E27FC236}">
                <a16:creationId xmlns:a16="http://schemas.microsoft.com/office/drawing/2014/main" id="{7D02B85D-E15E-6B11-82F4-CA6D9404170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219" t="15276" r="27359" b="7848"/>
          <a:stretch>
            <a:fillRect/>
          </a:stretch>
        </p:blipFill>
        <p:spPr bwMode="auto">
          <a:xfrm>
            <a:off x="8157702" y="3245067"/>
            <a:ext cx="1736808" cy="15702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ED905D7C-AE10-A76D-83E2-02720FE54602}"/>
              </a:ext>
            </a:extLst>
          </p:cNvPr>
          <p:cNvSpPr txBox="1"/>
          <p:nvPr/>
        </p:nvSpPr>
        <p:spPr>
          <a:xfrm>
            <a:off x="6218151" y="1372592"/>
            <a:ext cx="5470074" cy="1532151"/>
          </a:xfrm>
          <a:prstGeom prst="rect">
            <a:avLst/>
          </a:prstGeom>
          <a:noFill/>
        </p:spPr>
        <p:txBody>
          <a:bodyPr wrap="square" rtlCol="0">
            <a:spAutoFit/>
          </a:bodyPr>
          <a:lstStyle/>
          <a:p>
            <a:pPr latinLnBrk="1">
              <a:lnSpc>
                <a:spcPct val="150000"/>
              </a:lnSpc>
            </a:pPr>
            <a:r>
              <a:rPr lang="zh-CN" altLang="en-US" sz="1600" dirty="0">
                <a:latin typeface="+mn-ea"/>
              </a:rPr>
              <a:t>地面移动机器人作为现有机器人中的绝对主流，越来越多地被用于工业生产、生活娱乐、搜救任务、军事侦察等场景中。</a:t>
            </a:r>
            <a:r>
              <a:rPr lang="zh-CN" altLang="en-US" sz="1600" b="1" dirty="0">
                <a:solidFill>
                  <a:srgbClr val="002060"/>
                </a:solidFill>
                <a:latin typeface="+mn-ea"/>
                <a:ea typeface="思源黑体 CN Bold" panose="020B0800000000000000" pitchFamily="34" charset="-122"/>
              </a:rPr>
              <a:t>轮足复合式机器人</a:t>
            </a:r>
            <a:r>
              <a:rPr lang="zh-CN" altLang="en-US" sz="1600" dirty="0">
                <a:latin typeface="+mn-ea"/>
              </a:rPr>
              <a:t>兼顾了轮式机器人的高效性与足式机器人的地形适应性。</a:t>
            </a:r>
          </a:p>
        </p:txBody>
      </p:sp>
      <p:pic>
        <p:nvPicPr>
          <p:cNvPr id="16" name="图片 15">
            <a:extLst>
              <a:ext uri="{FF2B5EF4-FFF2-40B4-BE49-F238E27FC236}">
                <a16:creationId xmlns:a16="http://schemas.microsoft.com/office/drawing/2014/main" id="{F248E54C-90B9-B69C-B857-135F689A6819}"/>
              </a:ext>
            </a:extLst>
          </p:cNvPr>
          <p:cNvPicPr>
            <a:picLocks noChangeAspect="1"/>
          </p:cNvPicPr>
          <p:nvPr/>
        </p:nvPicPr>
        <p:blipFill>
          <a:blip r:embed="rId6"/>
          <a:stretch>
            <a:fillRect/>
          </a:stretch>
        </p:blipFill>
        <p:spPr>
          <a:xfrm>
            <a:off x="11491405" y="631371"/>
            <a:ext cx="688265" cy="328347"/>
          </a:xfrm>
          <a:prstGeom prst="rect">
            <a:avLst/>
          </a:prstGeom>
        </p:spPr>
      </p:pic>
      <p:sp>
        <p:nvSpPr>
          <p:cNvPr id="17" name="标题 1">
            <a:extLst>
              <a:ext uri="{FF2B5EF4-FFF2-40B4-BE49-F238E27FC236}">
                <a16:creationId xmlns:a16="http://schemas.microsoft.com/office/drawing/2014/main" id="{7A79965F-3CB5-2875-62BF-650A9EC155C2}"/>
              </a:ext>
            </a:extLst>
          </p:cNvPr>
          <p:cNvSpPr>
            <a:spLocks noGrp="1"/>
          </p:cNvSpPr>
          <p:nvPr>
            <p:ph type="title"/>
          </p:nvPr>
        </p:nvSpPr>
        <p:spPr>
          <a:xfrm>
            <a:off x="1" y="271086"/>
            <a:ext cx="12192000" cy="564806"/>
          </a:xfrm>
        </p:spPr>
        <p:txBody>
          <a:bodyPr>
            <a:normAutofit/>
          </a:bodyPr>
          <a:lstStyle/>
          <a:p>
            <a:r>
              <a:rPr lang="zh-CN" altLang="en-US" dirty="0"/>
              <a:t>研究背景及意义</a:t>
            </a:r>
          </a:p>
        </p:txBody>
      </p:sp>
      <p:pic>
        <p:nvPicPr>
          <p:cNvPr id="20" name="图片 19">
            <a:extLst>
              <a:ext uri="{FF2B5EF4-FFF2-40B4-BE49-F238E27FC236}">
                <a16:creationId xmlns:a16="http://schemas.microsoft.com/office/drawing/2014/main" id="{DB81F14A-50EB-35CA-6A4C-729D78AB3BFF}"/>
              </a:ext>
            </a:extLst>
          </p:cNvPr>
          <p:cNvPicPr>
            <a:picLocks noChangeAspect="1"/>
          </p:cNvPicPr>
          <p:nvPr/>
        </p:nvPicPr>
        <p:blipFill>
          <a:blip r:embed="rId7"/>
          <a:stretch>
            <a:fillRect/>
          </a:stretch>
        </p:blipFill>
        <p:spPr>
          <a:xfrm>
            <a:off x="6444980" y="4975217"/>
            <a:ext cx="1320702" cy="1570243"/>
          </a:xfrm>
          <a:prstGeom prst="rect">
            <a:avLst/>
          </a:prstGeom>
          <a:ln>
            <a:noFill/>
          </a:ln>
          <a:effectLst>
            <a:outerShdw blurRad="292100" dist="139700" dir="2700000" algn="tl" rotWithShape="0">
              <a:srgbClr val="333333">
                <a:alpha val="65000"/>
              </a:srgbClr>
            </a:outerShdw>
          </a:effectLst>
        </p:spPr>
      </p:pic>
      <p:sp>
        <p:nvSpPr>
          <p:cNvPr id="22" name="任意多边形: 形状 8">
            <a:extLst>
              <a:ext uri="{FF2B5EF4-FFF2-40B4-BE49-F238E27FC236}">
                <a16:creationId xmlns:a16="http://schemas.microsoft.com/office/drawing/2014/main" id="{F2BAE044-E271-C14E-1EBE-9526CFBEF8ED}"/>
              </a:ext>
            </a:extLst>
          </p:cNvPr>
          <p:cNvSpPr/>
          <p:nvPr/>
        </p:nvSpPr>
        <p:spPr>
          <a:xfrm rot="16200000" flipV="1">
            <a:off x="5862544" y="3351937"/>
            <a:ext cx="314204" cy="196281"/>
          </a:xfrm>
          <a:custGeom>
            <a:avLst/>
            <a:gdLst>
              <a:gd name="connsiteX0" fmla="*/ 0 w 1671900"/>
              <a:gd name="connsiteY0" fmla="*/ 1441294 h 1441294"/>
              <a:gd name="connsiteX1" fmla="*/ 835950 w 1671900"/>
              <a:gd name="connsiteY1" fmla="*/ 0 h 1441294"/>
              <a:gd name="connsiteX2" fmla="*/ 1671900 w 1671900"/>
              <a:gd name="connsiteY2" fmla="*/ 1441294 h 1441294"/>
              <a:gd name="connsiteX3" fmla="*/ 1238584 w 1671900"/>
              <a:gd name="connsiteY3" fmla="*/ 1441294 h 1441294"/>
              <a:gd name="connsiteX4" fmla="*/ 835950 w 1671900"/>
              <a:gd name="connsiteY4" fmla="*/ 988135 h 1441294"/>
              <a:gd name="connsiteX5" fmla="*/ 433316 w 1671900"/>
              <a:gd name="connsiteY5" fmla="*/ 1441294 h 14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1900" h="1441294">
                <a:moveTo>
                  <a:pt x="0" y="1441294"/>
                </a:moveTo>
                <a:lnTo>
                  <a:pt x="835950" y="0"/>
                </a:lnTo>
                <a:lnTo>
                  <a:pt x="1671900" y="1441294"/>
                </a:lnTo>
                <a:lnTo>
                  <a:pt x="1238584" y="1441294"/>
                </a:lnTo>
                <a:lnTo>
                  <a:pt x="835950" y="988135"/>
                </a:lnTo>
                <a:lnTo>
                  <a:pt x="433316" y="1441294"/>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ndParaRPr>
          </a:p>
        </p:txBody>
      </p:sp>
      <p:sp>
        <p:nvSpPr>
          <p:cNvPr id="23" name="任意多边形: 形状 8">
            <a:extLst>
              <a:ext uri="{FF2B5EF4-FFF2-40B4-BE49-F238E27FC236}">
                <a16:creationId xmlns:a16="http://schemas.microsoft.com/office/drawing/2014/main" id="{8F34786F-5033-2C3B-27E4-435D6D53ABF2}"/>
              </a:ext>
            </a:extLst>
          </p:cNvPr>
          <p:cNvSpPr/>
          <p:nvPr/>
        </p:nvSpPr>
        <p:spPr>
          <a:xfrm rot="16200000" flipV="1">
            <a:off x="5878703" y="6178273"/>
            <a:ext cx="314204" cy="196281"/>
          </a:xfrm>
          <a:custGeom>
            <a:avLst/>
            <a:gdLst>
              <a:gd name="connsiteX0" fmla="*/ 0 w 1671900"/>
              <a:gd name="connsiteY0" fmla="*/ 1441294 h 1441294"/>
              <a:gd name="connsiteX1" fmla="*/ 835950 w 1671900"/>
              <a:gd name="connsiteY1" fmla="*/ 0 h 1441294"/>
              <a:gd name="connsiteX2" fmla="*/ 1671900 w 1671900"/>
              <a:gd name="connsiteY2" fmla="*/ 1441294 h 1441294"/>
              <a:gd name="connsiteX3" fmla="*/ 1238584 w 1671900"/>
              <a:gd name="connsiteY3" fmla="*/ 1441294 h 1441294"/>
              <a:gd name="connsiteX4" fmla="*/ 835950 w 1671900"/>
              <a:gd name="connsiteY4" fmla="*/ 988135 h 1441294"/>
              <a:gd name="connsiteX5" fmla="*/ 433316 w 1671900"/>
              <a:gd name="connsiteY5" fmla="*/ 1441294 h 14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1900" h="1441294">
                <a:moveTo>
                  <a:pt x="0" y="1441294"/>
                </a:moveTo>
                <a:lnTo>
                  <a:pt x="835950" y="0"/>
                </a:lnTo>
                <a:lnTo>
                  <a:pt x="1671900" y="1441294"/>
                </a:lnTo>
                <a:lnTo>
                  <a:pt x="1238584" y="1441294"/>
                </a:lnTo>
                <a:lnTo>
                  <a:pt x="835950" y="988135"/>
                </a:lnTo>
                <a:lnTo>
                  <a:pt x="433316" y="1441294"/>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ndParaRPr>
          </a:p>
        </p:txBody>
      </p:sp>
      <p:pic>
        <p:nvPicPr>
          <p:cNvPr id="24" name="图片 23" descr="【行业】工信部等十七部门联合印发《“机器人+”应用行动实施方案》-世展网">
            <a:extLst>
              <a:ext uri="{FF2B5EF4-FFF2-40B4-BE49-F238E27FC236}">
                <a16:creationId xmlns:a16="http://schemas.microsoft.com/office/drawing/2014/main" id="{E3781CB8-8FAA-3529-B8A1-572173A898D5}"/>
              </a:ext>
            </a:extLst>
          </p:cNvPr>
          <p:cNvPicPr>
            <a:picLocks noChangeAspect="1"/>
          </p:cNvPicPr>
          <p:nvPr/>
        </p:nvPicPr>
        <p:blipFill>
          <a:blip r:embed="rId8"/>
          <a:stretch>
            <a:fillRect/>
          </a:stretch>
        </p:blipFill>
        <p:spPr>
          <a:xfrm>
            <a:off x="3381524" y="3683624"/>
            <a:ext cx="2314719" cy="2359298"/>
          </a:xfrm>
          <a:prstGeom prst="rect">
            <a:avLst/>
          </a:prstGeom>
          <a:ln>
            <a:noFill/>
          </a:ln>
          <a:effectLst>
            <a:outerShdw blurRad="292100" dist="139700" dir="2700000" algn="tl" rotWithShape="0">
              <a:srgbClr val="333333">
                <a:alpha val="65000"/>
              </a:srgbClr>
            </a:outerShdw>
          </a:effectLst>
        </p:spPr>
      </p:pic>
      <p:sp>
        <p:nvSpPr>
          <p:cNvPr id="25" name="任意多边形: 形状 8">
            <a:extLst>
              <a:ext uri="{FF2B5EF4-FFF2-40B4-BE49-F238E27FC236}">
                <a16:creationId xmlns:a16="http://schemas.microsoft.com/office/drawing/2014/main" id="{4904FC3D-56D3-27F4-34C6-CC9C5F2E80A6}"/>
              </a:ext>
            </a:extLst>
          </p:cNvPr>
          <p:cNvSpPr/>
          <p:nvPr/>
        </p:nvSpPr>
        <p:spPr>
          <a:xfrm rot="16200000" flipV="1">
            <a:off x="5867832" y="4680473"/>
            <a:ext cx="314204" cy="196281"/>
          </a:xfrm>
          <a:custGeom>
            <a:avLst/>
            <a:gdLst>
              <a:gd name="connsiteX0" fmla="*/ 0 w 1671900"/>
              <a:gd name="connsiteY0" fmla="*/ 1441294 h 1441294"/>
              <a:gd name="connsiteX1" fmla="*/ 835950 w 1671900"/>
              <a:gd name="connsiteY1" fmla="*/ 0 h 1441294"/>
              <a:gd name="connsiteX2" fmla="*/ 1671900 w 1671900"/>
              <a:gd name="connsiteY2" fmla="*/ 1441294 h 1441294"/>
              <a:gd name="connsiteX3" fmla="*/ 1238584 w 1671900"/>
              <a:gd name="connsiteY3" fmla="*/ 1441294 h 1441294"/>
              <a:gd name="connsiteX4" fmla="*/ 835950 w 1671900"/>
              <a:gd name="connsiteY4" fmla="*/ 988135 h 1441294"/>
              <a:gd name="connsiteX5" fmla="*/ 433316 w 1671900"/>
              <a:gd name="connsiteY5" fmla="*/ 1441294 h 14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1900" h="1441294">
                <a:moveTo>
                  <a:pt x="0" y="1441294"/>
                </a:moveTo>
                <a:lnTo>
                  <a:pt x="835950" y="0"/>
                </a:lnTo>
                <a:lnTo>
                  <a:pt x="1671900" y="1441294"/>
                </a:lnTo>
                <a:lnTo>
                  <a:pt x="1238584" y="1441294"/>
                </a:lnTo>
                <a:lnTo>
                  <a:pt x="835950" y="988135"/>
                </a:lnTo>
                <a:lnTo>
                  <a:pt x="433316" y="1441294"/>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ndParaRPr>
          </a:p>
        </p:txBody>
      </p:sp>
      <p:pic>
        <p:nvPicPr>
          <p:cNvPr id="28" name="图片 27">
            <a:extLst>
              <a:ext uri="{FF2B5EF4-FFF2-40B4-BE49-F238E27FC236}">
                <a16:creationId xmlns:a16="http://schemas.microsoft.com/office/drawing/2014/main" id="{7235144F-702C-2C56-48AC-34284D68866F}"/>
              </a:ext>
            </a:extLst>
          </p:cNvPr>
          <p:cNvPicPr>
            <a:picLocks noChangeAspect="1"/>
          </p:cNvPicPr>
          <p:nvPr/>
        </p:nvPicPr>
        <p:blipFill>
          <a:blip r:embed="rId9"/>
          <a:stretch>
            <a:fillRect/>
          </a:stretch>
        </p:blipFill>
        <p:spPr>
          <a:xfrm>
            <a:off x="8216690" y="5057071"/>
            <a:ext cx="1515833" cy="1429214"/>
          </a:xfrm>
          <a:prstGeom prst="rect">
            <a:avLst/>
          </a:prstGeom>
          <a:ln>
            <a:noFill/>
          </a:ln>
          <a:effectLst>
            <a:outerShdw blurRad="292100" dist="139700" dir="2700000" algn="tl" rotWithShape="0">
              <a:srgbClr val="333333">
                <a:alpha val="65000"/>
              </a:srgbClr>
            </a:outerShdw>
          </a:effectLst>
        </p:spPr>
      </p:pic>
      <p:pic>
        <p:nvPicPr>
          <p:cNvPr id="29" name="图片 28">
            <a:extLst>
              <a:ext uri="{FF2B5EF4-FFF2-40B4-BE49-F238E27FC236}">
                <a16:creationId xmlns:a16="http://schemas.microsoft.com/office/drawing/2014/main" id="{8BF13359-1ECD-6ED7-FC9C-6EBD2C365BFF}"/>
              </a:ext>
            </a:extLst>
          </p:cNvPr>
          <p:cNvPicPr>
            <a:picLocks noChangeAspect="1"/>
          </p:cNvPicPr>
          <p:nvPr/>
        </p:nvPicPr>
        <p:blipFill>
          <a:blip r:embed="rId10"/>
          <a:stretch>
            <a:fillRect/>
          </a:stretch>
        </p:blipFill>
        <p:spPr>
          <a:xfrm>
            <a:off x="10031592" y="5051201"/>
            <a:ext cx="1778785" cy="1494259"/>
          </a:xfrm>
          <a:prstGeom prst="rect">
            <a:avLst/>
          </a:prstGeom>
          <a:ln>
            <a:noFill/>
          </a:ln>
          <a:effectLst>
            <a:outerShdw blurRad="292100" dist="139700" dir="2700000" algn="tl" rotWithShape="0">
              <a:srgbClr val="333333">
                <a:alpha val="65000"/>
              </a:srgbClr>
            </a:outerShdw>
          </a:effectLst>
        </p:spPr>
      </p:pic>
      <p:pic>
        <p:nvPicPr>
          <p:cNvPr id="30" name="图片 29">
            <a:extLst>
              <a:ext uri="{FF2B5EF4-FFF2-40B4-BE49-F238E27FC236}">
                <a16:creationId xmlns:a16="http://schemas.microsoft.com/office/drawing/2014/main" id="{1D703C34-2173-087D-5873-F60C790D81E6}"/>
              </a:ext>
            </a:extLst>
          </p:cNvPr>
          <p:cNvPicPr>
            <a:picLocks noChangeAspect="1"/>
          </p:cNvPicPr>
          <p:nvPr/>
        </p:nvPicPr>
        <p:blipFill>
          <a:blip r:embed="rId11"/>
          <a:stretch>
            <a:fillRect/>
          </a:stretch>
        </p:blipFill>
        <p:spPr>
          <a:xfrm>
            <a:off x="10266279" y="3186296"/>
            <a:ext cx="1417345" cy="16246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2345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11486-0793-BF74-8E79-61081F375F80}"/>
              </a:ext>
            </a:extLst>
          </p:cNvPr>
          <p:cNvSpPr>
            <a:spLocks noGrp="1"/>
          </p:cNvSpPr>
          <p:nvPr>
            <p:ph type="title"/>
          </p:nvPr>
        </p:nvSpPr>
        <p:spPr/>
        <p:txBody>
          <a:bodyPr/>
          <a:lstStyle/>
          <a:p>
            <a:r>
              <a:rPr lang="zh-CN" altLang="en-US" dirty="0"/>
              <a:t>国内外研究现状</a:t>
            </a:r>
          </a:p>
        </p:txBody>
      </p:sp>
      <p:pic>
        <p:nvPicPr>
          <p:cNvPr id="3" name="图片 2">
            <a:extLst>
              <a:ext uri="{FF2B5EF4-FFF2-40B4-BE49-F238E27FC236}">
                <a16:creationId xmlns:a16="http://schemas.microsoft.com/office/drawing/2014/main" id="{6E2224DD-933C-75E2-C715-2A0A98A1A915}"/>
              </a:ext>
            </a:extLst>
          </p:cNvPr>
          <p:cNvPicPr>
            <a:picLocks noChangeAspect="1"/>
          </p:cNvPicPr>
          <p:nvPr/>
        </p:nvPicPr>
        <p:blipFill>
          <a:blip r:embed="rId2"/>
          <a:stretch>
            <a:fillRect/>
          </a:stretch>
        </p:blipFill>
        <p:spPr>
          <a:xfrm>
            <a:off x="11491405" y="631371"/>
            <a:ext cx="688265" cy="328347"/>
          </a:xfrm>
          <a:prstGeom prst="rect">
            <a:avLst/>
          </a:prstGeom>
        </p:spPr>
      </p:pic>
      <p:sp>
        <p:nvSpPr>
          <p:cNvPr id="5" name="矩形 4">
            <a:extLst>
              <a:ext uri="{FF2B5EF4-FFF2-40B4-BE49-F238E27FC236}">
                <a16:creationId xmlns:a16="http://schemas.microsoft.com/office/drawing/2014/main" id="{767AE4D1-BB1C-4F48-7908-C3FB4BCA5EC2}"/>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6" name="椭圆 5">
            <a:extLst>
              <a:ext uri="{FF2B5EF4-FFF2-40B4-BE49-F238E27FC236}">
                <a16:creationId xmlns:a16="http://schemas.microsoft.com/office/drawing/2014/main" id="{0E7958DA-7DDD-DAE0-952D-0CCAC305601D}"/>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7" name="文本框 6">
            <a:extLst>
              <a:ext uri="{FF2B5EF4-FFF2-40B4-BE49-F238E27FC236}">
                <a16:creationId xmlns:a16="http://schemas.microsoft.com/office/drawing/2014/main" id="{27984230-6442-5251-C356-8F625A49B0FF}"/>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8" name="椭圆 7">
            <a:extLst>
              <a:ext uri="{FF2B5EF4-FFF2-40B4-BE49-F238E27FC236}">
                <a16:creationId xmlns:a16="http://schemas.microsoft.com/office/drawing/2014/main" id="{CE7AD958-D848-1E3E-0EFC-1FB928AF005D}"/>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9" name="文本框 8">
            <a:extLst>
              <a:ext uri="{FF2B5EF4-FFF2-40B4-BE49-F238E27FC236}">
                <a16:creationId xmlns:a16="http://schemas.microsoft.com/office/drawing/2014/main" id="{4721B374-F683-206C-7A23-025ACBE5A964}"/>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10" name="矩形 9">
            <a:extLst>
              <a:ext uri="{FF2B5EF4-FFF2-40B4-BE49-F238E27FC236}">
                <a16:creationId xmlns:a16="http://schemas.microsoft.com/office/drawing/2014/main" id="{EB3E44C3-B5E0-8BD9-4792-5F444FC4373D}"/>
              </a:ext>
            </a:extLst>
          </p:cNvPr>
          <p:cNvSpPr/>
          <p:nvPr/>
        </p:nvSpPr>
        <p:spPr>
          <a:xfrm>
            <a:off x="398649"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 name="矩形 10">
            <a:extLst>
              <a:ext uri="{FF2B5EF4-FFF2-40B4-BE49-F238E27FC236}">
                <a16:creationId xmlns:a16="http://schemas.microsoft.com/office/drawing/2014/main" id="{C605F500-CA24-061A-A8CD-9D16F459DB62}"/>
              </a:ext>
            </a:extLst>
          </p:cNvPr>
          <p:cNvSpPr/>
          <p:nvPr/>
        </p:nvSpPr>
        <p:spPr>
          <a:xfrm>
            <a:off x="398649"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串联式结构</a:t>
            </a:r>
          </a:p>
        </p:txBody>
      </p:sp>
      <p:sp>
        <p:nvSpPr>
          <p:cNvPr id="12" name="矩形 11">
            <a:extLst>
              <a:ext uri="{FF2B5EF4-FFF2-40B4-BE49-F238E27FC236}">
                <a16:creationId xmlns:a16="http://schemas.microsoft.com/office/drawing/2014/main" id="{7127A22A-F931-6547-5323-57B88FDDEB81}"/>
              </a:ext>
            </a:extLst>
          </p:cNvPr>
          <p:cNvSpPr/>
          <p:nvPr/>
        </p:nvSpPr>
        <p:spPr>
          <a:xfrm>
            <a:off x="4279764"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3" name="矩形 12">
            <a:extLst>
              <a:ext uri="{FF2B5EF4-FFF2-40B4-BE49-F238E27FC236}">
                <a16:creationId xmlns:a16="http://schemas.microsoft.com/office/drawing/2014/main" id="{D330C231-0CE8-5569-536C-2B2B5D19E00B}"/>
              </a:ext>
            </a:extLst>
          </p:cNvPr>
          <p:cNvSpPr/>
          <p:nvPr/>
        </p:nvSpPr>
        <p:spPr>
          <a:xfrm>
            <a:off x="4279763" y="1586996"/>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并联式结构</a:t>
            </a:r>
          </a:p>
        </p:txBody>
      </p:sp>
      <p:sp>
        <p:nvSpPr>
          <p:cNvPr id="14" name="矩形 13">
            <a:extLst>
              <a:ext uri="{FF2B5EF4-FFF2-40B4-BE49-F238E27FC236}">
                <a16:creationId xmlns:a16="http://schemas.microsoft.com/office/drawing/2014/main" id="{F05C9993-BE76-8A2E-B824-CAF202DFDE97}"/>
              </a:ext>
            </a:extLst>
          </p:cNvPr>
          <p:cNvSpPr/>
          <p:nvPr/>
        </p:nvSpPr>
        <p:spPr>
          <a:xfrm>
            <a:off x="8160880"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 name="矩形 14">
            <a:extLst>
              <a:ext uri="{FF2B5EF4-FFF2-40B4-BE49-F238E27FC236}">
                <a16:creationId xmlns:a16="http://schemas.microsoft.com/office/drawing/2014/main" id="{C869589E-4538-9875-B3EB-BD7DC890C8E7}"/>
              </a:ext>
            </a:extLst>
          </p:cNvPr>
          <p:cNvSpPr/>
          <p:nvPr/>
        </p:nvSpPr>
        <p:spPr>
          <a:xfrm>
            <a:off x="8160877"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混合式结构</a:t>
            </a:r>
          </a:p>
        </p:txBody>
      </p:sp>
      <p:sp>
        <p:nvSpPr>
          <p:cNvPr id="16" name="文本框 15">
            <a:extLst>
              <a:ext uri="{FF2B5EF4-FFF2-40B4-BE49-F238E27FC236}">
                <a16:creationId xmlns:a16="http://schemas.microsoft.com/office/drawing/2014/main" id="{CD0222D3-3901-073A-EDCC-127ACC69297F}"/>
              </a:ext>
            </a:extLst>
          </p:cNvPr>
          <p:cNvSpPr txBox="1"/>
          <p:nvPr/>
        </p:nvSpPr>
        <p:spPr>
          <a:xfrm>
            <a:off x="480650" y="5118696"/>
            <a:ext cx="3275179"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串联结构仿照仿生腿足，具有关节累积误差小、</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工作空间大</a:t>
            </a:r>
            <a:r>
              <a:rPr lang="zh-CN" altLang="zh-CN" sz="1800" kern="100" dirty="0">
                <a:effectLst/>
                <a:latin typeface="+mn-ea"/>
                <a:cs typeface="Times New Roman" panose="02020603050405020304" pitchFamily="18" charset="0"/>
              </a:rPr>
              <a:t>的优点，但其末端承载刚度较低，腿部惯量较大</a:t>
            </a:r>
            <a:endParaRPr lang="zh-CN" altLang="en-US" dirty="0">
              <a:latin typeface="+mn-ea"/>
            </a:endParaRPr>
          </a:p>
        </p:txBody>
      </p:sp>
      <p:pic>
        <p:nvPicPr>
          <p:cNvPr id="17" name="Picture 4" descr="ANYbotics - 机器人行业导航 - 河马机器人">
            <a:extLst>
              <a:ext uri="{FF2B5EF4-FFF2-40B4-BE49-F238E27FC236}">
                <a16:creationId xmlns:a16="http://schemas.microsoft.com/office/drawing/2014/main" id="{1733E496-9DAB-A5EA-5E60-575B609B0E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781" y="2182508"/>
            <a:ext cx="2477434" cy="24774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LimX Dynamics">
            <a:extLst>
              <a:ext uri="{FF2B5EF4-FFF2-40B4-BE49-F238E27FC236}">
                <a16:creationId xmlns:a16="http://schemas.microsoft.com/office/drawing/2014/main" id="{A99623B4-CDAD-22A6-7C63-E4F24C4DCE5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6829" y="2368904"/>
            <a:ext cx="2890885" cy="2775249"/>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a:extLst>
              <a:ext uri="{FF2B5EF4-FFF2-40B4-BE49-F238E27FC236}">
                <a16:creationId xmlns:a16="http://schemas.microsoft.com/office/drawing/2014/main" id="{D5EBF3EC-45FE-0DC0-2B67-C715DF8DD98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59941" y="2220497"/>
            <a:ext cx="1749468" cy="2152447"/>
          </a:xfrm>
          <a:prstGeom prst="rect">
            <a:avLst/>
          </a:prstGeom>
          <a:noFill/>
        </p:spPr>
      </p:pic>
      <p:pic>
        <p:nvPicPr>
          <p:cNvPr id="20" name="图片 19">
            <a:extLst>
              <a:ext uri="{FF2B5EF4-FFF2-40B4-BE49-F238E27FC236}">
                <a16:creationId xmlns:a16="http://schemas.microsoft.com/office/drawing/2014/main" id="{A82610A8-FAAB-7980-241B-F7154E6E49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1001" y="3332804"/>
            <a:ext cx="2430800" cy="1714981"/>
          </a:xfrm>
          <a:prstGeom prst="rect">
            <a:avLst/>
          </a:prstGeom>
        </p:spPr>
      </p:pic>
      <p:sp>
        <p:nvSpPr>
          <p:cNvPr id="21" name="文本框 20">
            <a:extLst>
              <a:ext uri="{FF2B5EF4-FFF2-40B4-BE49-F238E27FC236}">
                <a16:creationId xmlns:a16="http://schemas.microsoft.com/office/drawing/2014/main" id="{671AC04E-3F0B-625E-10E8-DF39B2BF81B1}"/>
              </a:ext>
            </a:extLst>
          </p:cNvPr>
          <p:cNvSpPr txBox="1"/>
          <p:nvPr/>
        </p:nvSpPr>
        <p:spPr>
          <a:xfrm>
            <a:off x="4279762"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并联结构则通过闭链运动链提供</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更高的刚度和承载能力</a:t>
            </a:r>
            <a:r>
              <a:rPr lang="zh-CN" altLang="zh-CN" sz="1800" kern="100" dirty="0">
                <a:effectLst/>
                <a:latin typeface="+mn-ea"/>
                <a:cs typeface="Times New Roman" panose="02020603050405020304" pitchFamily="18" charset="0"/>
              </a:rPr>
              <a:t>，尤其适合爆发性跳跃，然而其工作空间相对受限</a:t>
            </a:r>
            <a:endParaRPr lang="zh-CN" altLang="en-US" dirty="0">
              <a:latin typeface="+mn-ea"/>
            </a:endParaRPr>
          </a:p>
        </p:txBody>
      </p:sp>
      <p:pic>
        <p:nvPicPr>
          <p:cNvPr id="22" name="图片 21">
            <a:extLst>
              <a:ext uri="{FF2B5EF4-FFF2-40B4-BE49-F238E27FC236}">
                <a16:creationId xmlns:a16="http://schemas.microsoft.com/office/drawing/2014/main" id="{4873B29F-BE23-9A65-AB48-D565427F80CE}"/>
              </a:ext>
            </a:extLst>
          </p:cNvPr>
          <p:cNvPicPr>
            <a:picLocks noChangeAspect="1"/>
          </p:cNvPicPr>
          <p:nvPr/>
        </p:nvPicPr>
        <p:blipFill rotWithShape="1">
          <a:blip r:embed="rId7">
            <a:extLst>
              <a:ext uri="{28A0092B-C50C-407E-A947-70E740481C1C}">
                <a14:useLocalDpi xmlns:a14="http://schemas.microsoft.com/office/drawing/2010/main" val="0"/>
              </a:ext>
            </a:extLst>
          </a:blip>
          <a:srcRect t="15768"/>
          <a:stretch>
            <a:fillRect/>
          </a:stretch>
        </p:blipFill>
        <p:spPr bwMode="auto">
          <a:xfrm>
            <a:off x="8246963" y="2220498"/>
            <a:ext cx="2326547" cy="1648880"/>
          </a:xfrm>
          <a:prstGeom prst="rect">
            <a:avLst/>
          </a:prstGeom>
          <a:noFill/>
          <a:ln>
            <a:noFill/>
          </a:ln>
          <a:extLst>
            <a:ext uri="{53640926-AAD7-44D8-BBD7-CCE9431645EC}">
              <a14:shadowObscured xmlns:a14="http://schemas.microsoft.com/office/drawing/2010/main"/>
            </a:ext>
          </a:extLst>
        </p:spPr>
      </p:pic>
      <p:pic>
        <p:nvPicPr>
          <p:cNvPr id="23" name="图片 22">
            <a:extLst>
              <a:ext uri="{FF2B5EF4-FFF2-40B4-BE49-F238E27FC236}">
                <a16:creationId xmlns:a16="http://schemas.microsoft.com/office/drawing/2014/main" id="{36BA3E2F-466F-139B-1476-63802EDA5C1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5373"/>
          <a:stretch>
            <a:fillRect/>
          </a:stretch>
        </p:blipFill>
        <p:spPr bwMode="auto">
          <a:xfrm>
            <a:off x="9521336" y="3453787"/>
            <a:ext cx="1902634" cy="1731855"/>
          </a:xfrm>
          <a:prstGeom prst="rect">
            <a:avLst/>
          </a:prstGeom>
          <a:noFill/>
          <a:ln>
            <a:noFill/>
          </a:ln>
          <a:extLst>
            <a:ext uri="{53640926-AAD7-44D8-BBD7-CCE9431645EC}">
              <a14:shadowObscured xmlns:a14="http://schemas.microsoft.com/office/drawing/2010/main"/>
            </a:ext>
          </a:extLst>
        </p:spPr>
      </p:pic>
      <p:sp>
        <p:nvSpPr>
          <p:cNvPr id="24" name="文本框 23">
            <a:extLst>
              <a:ext uri="{FF2B5EF4-FFF2-40B4-BE49-F238E27FC236}">
                <a16:creationId xmlns:a16="http://schemas.microsoft.com/office/drawing/2014/main" id="{91BD384F-EEB3-032F-5247-C1D7CA0393F8}"/>
              </a:ext>
            </a:extLst>
          </p:cNvPr>
          <p:cNvSpPr txBox="1"/>
          <p:nvPr/>
        </p:nvSpPr>
        <p:spPr>
          <a:xfrm>
            <a:off x="8160875"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通过在串联主链中引入局部并联支链，旨在同时</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兼顾运动灵活性与结构刚性</a:t>
            </a:r>
            <a:r>
              <a:rPr lang="zh-CN" altLang="en-US" sz="1800" kern="100" dirty="0">
                <a:effectLst/>
                <a:latin typeface="+mn-ea"/>
                <a:cs typeface="Times New Roman" panose="02020603050405020304" pitchFamily="18" charset="0"/>
              </a:rPr>
              <a:t>，</a:t>
            </a:r>
            <a:r>
              <a:rPr lang="zh-CN" altLang="zh-CN" dirty="0"/>
              <a:t>优化了负载分配与腿部惯量</a:t>
            </a:r>
            <a:endParaRPr lang="zh-CN" altLang="en-US" dirty="0">
              <a:latin typeface="+mn-ea"/>
            </a:endParaRPr>
          </a:p>
        </p:txBody>
      </p:sp>
      <p:pic>
        <p:nvPicPr>
          <p:cNvPr id="25" name="图片 24">
            <a:extLst>
              <a:ext uri="{FF2B5EF4-FFF2-40B4-BE49-F238E27FC236}">
                <a16:creationId xmlns:a16="http://schemas.microsoft.com/office/drawing/2014/main" id="{5C0A69BF-D83E-025D-E5AB-28EE51E512AC}"/>
              </a:ext>
            </a:extLst>
          </p:cNvPr>
          <p:cNvPicPr>
            <a:picLocks noChangeAspect="1"/>
          </p:cNvPicPr>
          <p:nvPr/>
        </p:nvPicPr>
        <p:blipFill>
          <a:blip r:embed="rId2"/>
          <a:stretch>
            <a:fillRect/>
          </a:stretch>
        </p:blipFill>
        <p:spPr>
          <a:xfrm>
            <a:off x="11534949" y="712066"/>
            <a:ext cx="519116" cy="247652"/>
          </a:xfrm>
          <a:prstGeom prst="rect">
            <a:avLst/>
          </a:prstGeom>
        </p:spPr>
      </p:pic>
    </p:spTree>
    <p:extLst>
      <p:ext uri="{BB962C8B-B14F-4D97-AF65-F5344CB8AC3E}">
        <p14:creationId xmlns:p14="http://schemas.microsoft.com/office/powerpoint/2010/main" val="289428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9BC0A-3AD4-F55A-EFC9-13DDB0AE7A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A15B90-47D0-709C-0168-C566C13C4842}"/>
              </a:ext>
            </a:extLst>
          </p:cNvPr>
          <p:cNvSpPr>
            <a:spLocks noGrp="1"/>
          </p:cNvSpPr>
          <p:nvPr>
            <p:ph type="title"/>
          </p:nvPr>
        </p:nvSpPr>
        <p:spPr/>
        <p:txBody>
          <a:bodyPr/>
          <a:lstStyle/>
          <a:p>
            <a:r>
              <a:rPr lang="zh-CN" altLang="en-US" dirty="0"/>
              <a:t>国内外研究现状</a:t>
            </a:r>
          </a:p>
        </p:txBody>
      </p:sp>
      <p:pic>
        <p:nvPicPr>
          <p:cNvPr id="3" name="图片 2">
            <a:extLst>
              <a:ext uri="{FF2B5EF4-FFF2-40B4-BE49-F238E27FC236}">
                <a16:creationId xmlns:a16="http://schemas.microsoft.com/office/drawing/2014/main" id="{79E6D4FC-16F1-D7F2-8B01-67D1AF5EBE74}"/>
              </a:ext>
            </a:extLst>
          </p:cNvPr>
          <p:cNvPicPr>
            <a:picLocks noChangeAspect="1"/>
          </p:cNvPicPr>
          <p:nvPr/>
        </p:nvPicPr>
        <p:blipFill>
          <a:blip r:embed="rId2"/>
          <a:stretch>
            <a:fillRect/>
          </a:stretch>
        </p:blipFill>
        <p:spPr>
          <a:xfrm>
            <a:off x="11491405" y="631371"/>
            <a:ext cx="688265" cy="328347"/>
          </a:xfrm>
          <a:prstGeom prst="rect">
            <a:avLst/>
          </a:prstGeom>
        </p:spPr>
      </p:pic>
      <p:sp>
        <p:nvSpPr>
          <p:cNvPr id="7" name="矩形 6">
            <a:extLst>
              <a:ext uri="{FF2B5EF4-FFF2-40B4-BE49-F238E27FC236}">
                <a16:creationId xmlns:a16="http://schemas.microsoft.com/office/drawing/2014/main" id="{807EE50C-6E8F-88B8-0598-A8A2B64EBE1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8" name="文本框 7">
            <a:extLst>
              <a:ext uri="{FF2B5EF4-FFF2-40B4-BE49-F238E27FC236}">
                <a16:creationId xmlns:a16="http://schemas.microsoft.com/office/drawing/2014/main" id="{0230D49C-925D-FAE8-54AA-A514196642EE}"/>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9" name="椭圆 8">
            <a:extLst>
              <a:ext uri="{FF2B5EF4-FFF2-40B4-BE49-F238E27FC236}">
                <a16:creationId xmlns:a16="http://schemas.microsoft.com/office/drawing/2014/main" id="{7A68664D-6FCE-7F5B-10D0-01C8BA18584F}"/>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0" name="文本框 9">
            <a:extLst>
              <a:ext uri="{FF2B5EF4-FFF2-40B4-BE49-F238E27FC236}">
                <a16:creationId xmlns:a16="http://schemas.microsoft.com/office/drawing/2014/main" id="{4E34267E-B93E-47A3-06A9-178C69EF6BDC}"/>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1" name="椭圆 10">
            <a:extLst>
              <a:ext uri="{FF2B5EF4-FFF2-40B4-BE49-F238E27FC236}">
                <a16:creationId xmlns:a16="http://schemas.microsoft.com/office/drawing/2014/main" id="{B82CE66B-51ED-8C6B-36A7-FE8ED5DA17A2}"/>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3" name="圆角矩形 7">
            <a:extLst>
              <a:ext uri="{FF2B5EF4-FFF2-40B4-BE49-F238E27FC236}">
                <a16:creationId xmlns:a16="http://schemas.microsoft.com/office/drawing/2014/main" id="{9D712B3E-1FD5-5C4F-8F78-B7EA1ED6FE7A}"/>
              </a:ext>
            </a:extLst>
          </p:cNvPr>
          <p:cNvSpPr/>
          <p:nvPr/>
        </p:nvSpPr>
        <p:spPr>
          <a:xfrm>
            <a:off x="262165" y="1888671"/>
            <a:ext cx="3678463" cy="4289105"/>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8">
            <a:extLst>
              <a:ext uri="{FF2B5EF4-FFF2-40B4-BE49-F238E27FC236}">
                <a16:creationId xmlns:a16="http://schemas.microsoft.com/office/drawing/2014/main" id="{80B1CCED-6460-16E0-A3EF-60A6355731EF}"/>
              </a:ext>
            </a:extLst>
          </p:cNvPr>
          <p:cNvSpPr/>
          <p:nvPr/>
        </p:nvSpPr>
        <p:spPr>
          <a:xfrm>
            <a:off x="684174" y="1679371"/>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高级控制方法的局限</a:t>
            </a:r>
          </a:p>
        </p:txBody>
      </p:sp>
      <p:sp>
        <p:nvSpPr>
          <p:cNvPr id="15" name="文本框 14">
            <a:extLst>
              <a:ext uri="{FF2B5EF4-FFF2-40B4-BE49-F238E27FC236}">
                <a16:creationId xmlns:a16="http://schemas.microsoft.com/office/drawing/2014/main" id="{FFD7CB6D-4486-909B-4B46-664EACE78E33}"/>
              </a:ext>
            </a:extLst>
          </p:cNvPr>
          <p:cNvSpPr txBox="1"/>
          <p:nvPr/>
        </p:nvSpPr>
        <p:spPr>
          <a:xfrm>
            <a:off x="476150" y="2198621"/>
            <a:ext cx="3312079" cy="3927168"/>
          </a:xfrm>
          <a:prstGeom prst="rect">
            <a:avLst/>
          </a:prstGeom>
          <a:noFill/>
        </p:spPr>
        <p:txBody>
          <a:bodyPr wrap="square" rtlCol="0">
            <a:spAutoFit/>
          </a:bodyPr>
          <a:lstStyle/>
          <a:p>
            <a:pPr latinLnBrk="1">
              <a:lnSpc>
                <a:spcPct val="150000"/>
              </a:lnSpc>
            </a:pPr>
            <a:r>
              <a:rPr lang="zh-CN" altLang="en-US" dirty="0">
                <a:latin typeface="Times New Roman" panose="02020603050405020304" pitchFamily="18" charset="0"/>
                <a:ea typeface="等线" panose="02010600030101010101" pitchFamily="2" charset="-122"/>
              </a:rPr>
              <a:t>尽管</a:t>
            </a:r>
            <a:r>
              <a:rPr lang="en-US" altLang="zh-CN" dirty="0">
                <a:latin typeface="Times New Roman" panose="02020603050405020304" pitchFamily="18" charset="0"/>
                <a:ea typeface="等线" panose="02010600030101010101" pitchFamily="2" charset="-122"/>
              </a:rPr>
              <a:t>WBC</a:t>
            </a:r>
            <a:r>
              <a:rPr lang="zh-CN" altLang="en-US" dirty="0">
                <a:latin typeface="Times New Roman" panose="02020603050405020304" pitchFamily="18" charset="0"/>
                <a:ea typeface="等线" panose="02010600030101010101" pitchFamily="2" charset="-122"/>
              </a:rPr>
              <a:t>、</a:t>
            </a:r>
            <a:r>
              <a:rPr lang="en-US" altLang="zh-CN" dirty="0">
                <a:latin typeface="Times New Roman" panose="02020603050405020304" pitchFamily="18" charset="0"/>
                <a:ea typeface="等线" panose="02010600030101010101" pitchFamily="2" charset="-122"/>
              </a:rPr>
              <a:t>MPC</a:t>
            </a:r>
            <a:r>
              <a:rPr lang="zh-CN" altLang="en-US" dirty="0">
                <a:latin typeface="Times New Roman" panose="02020603050405020304" pitchFamily="18" charset="0"/>
                <a:ea typeface="等线" panose="02010600030101010101" pitchFamily="2" charset="-122"/>
              </a:rPr>
              <a:t>和</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等高级控制方法在性能上各具优势，但它们普遍存在对高精度模型（</a:t>
            </a:r>
            <a:r>
              <a:rPr lang="en-US" altLang="zh-CN" dirty="0">
                <a:latin typeface="Times New Roman" panose="02020603050405020304" pitchFamily="18" charset="0"/>
                <a:ea typeface="等线" panose="02010600030101010101" pitchFamily="2" charset="-122"/>
                <a:cs typeface="Times New Roman" panose="02020603050405020304" pitchFamily="18" charset="0"/>
              </a:rPr>
              <a:t>WBC</a:t>
            </a:r>
            <a:r>
              <a:rPr lang="zh-CN" altLang="en-US"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MPC</a:t>
            </a:r>
            <a:r>
              <a:rPr lang="zh-CN" altLang="en-US" dirty="0">
                <a:latin typeface="Times New Roman" panose="02020603050405020304" pitchFamily="18" charset="0"/>
                <a:ea typeface="等线" panose="02010600030101010101" pitchFamily="2" charset="-122"/>
              </a:rPr>
              <a:t>）或海量训练数据（</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）的重度依赖，以及伴随而来的高计算复杂度问题，这在一定程度上限制了其在计算资源受限或模型不确定性高的场景下的应用。</a:t>
            </a:r>
          </a:p>
        </p:txBody>
      </p:sp>
      <p:pic>
        <p:nvPicPr>
          <p:cNvPr id="16" name="图片 15">
            <a:extLst>
              <a:ext uri="{FF2B5EF4-FFF2-40B4-BE49-F238E27FC236}">
                <a16:creationId xmlns:a16="http://schemas.microsoft.com/office/drawing/2014/main" id="{F4DC7E4D-FD61-4E1A-2E0D-DC74988F3095}"/>
              </a:ext>
            </a:extLst>
          </p:cNvPr>
          <p:cNvPicPr>
            <a:picLocks noChangeAspect="1"/>
          </p:cNvPicPr>
          <p:nvPr/>
        </p:nvPicPr>
        <p:blipFill>
          <a:blip r:embed="rId2"/>
          <a:stretch>
            <a:fillRect/>
          </a:stretch>
        </p:blipFill>
        <p:spPr>
          <a:xfrm>
            <a:off x="11529506" y="712066"/>
            <a:ext cx="519116" cy="247652"/>
          </a:xfrm>
          <a:prstGeom prst="rect">
            <a:avLst/>
          </a:prstGeom>
        </p:spPr>
      </p:pic>
      <p:graphicFrame>
        <p:nvGraphicFramePr>
          <p:cNvPr id="17" name="表格 16">
            <a:extLst>
              <a:ext uri="{FF2B5EF4-FFF2-40B4-BE49-F238E27FC236}">
                <a16:creationId xmlns:a16="http://schemas.microsoft.com/office/drawing/2014/main" id="{26A15777-FC1F-6263-0344-1E4E782E5DEF}"/>
              </a:ext>
            </a:extLst>
          </p:cNvPr>
          <p:cNvGraphicFramePr>
            <a:graphicFrameLocks noGrp="1"/>
          </p:cNvGraphicFramePr>
          <p:nvPr>
            <p:extLst>
              <p:ext uri="{D42A27DB-BD31-4B8C-83A1-F6EECF244321}">
                <p14:modId xmlns:p14="http://schemas.microsoft.com/office/powerpoint/2010/main" val="219254786"/>
              </p:ext>
            </p:extLst>
          </p:nvPr>
        </p:nvGraphicFramePr>
        <p:xfrm>
          <a:off x="4344409" y="1814322"/>
          <a:ext cx="7185097" cy="4463143"/>
        </p:xfrm>
        <a:graphic>
          <a:graphicData uri="http://schemas.openxmlformats.org/drawingml/2006/table">
            <a:tbl>
              <a:tblPr firstRow="1" bandRow="1">
                <a:tableStyleId>{69012ECD-51FC-41F1-AA8D-1B2483CD663E}</a:tableStyleId>
              </a:tblPr>
              <a:tblGrid>
                <a:gridCol w="729868">
                  <a:extLst>
                    <a:ext uri="{9D8B030D-6E8A-4147-A177-3AD203B41FA5}">
                      <a16:colId xmlns:a16="http://schemas.microsoft.com/office/drawing/2014/main" val="1693245562"/>
                    </a:ext>
                  </a:extLst>
                </a:gridCol>
                <a:gridCol w="3091543">
                  <a:extLst>
                    <a:ext uri="{9D8B030D-6E8A-4147-A177-3AD203B41FA5}">
                      <a16:colId xmlns:a16="http://schemas.microsoft.com/office/drawing/2014/main" val="829230837"/>
                    </a:ext>
                  </a:extLst>
                </a:gridCol>
                <a:gridCol w="1414679">
                  <a:extLst>
                    <a:ext uri="{9D8B030D-6E8A-4147-A177-3AD203B41FA5}">
                      <a16:colId xmlns:a16="http://schemas.microsoft.com/office/drawing/2014/main" val="3854704043"/>
                    </a:ext>
                  </a:extLst>
                </a:gridCol>
                <a:gridCol w="1949007">
                  <a:extLst>
                    <a:ext uri="{9D8B030D-6E8A-4147-A177-3AD203B41FA5}">
                      <a16:colId xmlns:a16="http://schemas.microsoft.com/office/drawing/2014/main" val="3059539833"/>
                    </a:ext>
                  </a:extLst>
                </a:gridCol>
              </a:tblGrid>
              <a:tr h="537518">
                <a:tc>
                  <a:txBody>
                    <a:bodyPr/>
                    <a:lstStyle/>
                    <a:p>
                      <a:pPr algn="ctr"/>
                      <a:r>
                        <a:rPr lang="zh-CN" altLang="en-US" sz="1600" dirty="0"/>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zh-CN" altLang="en-US" sz="1600" dirty="0"/>
                        <a:t>核心思想</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zh-CN" altLang="en-US" sz="1600" dirty="0"/>
                        <a:t>优势</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zh-CN" altLang="en-US" sz="1600" dirty="0"/>
                        <a:t>局限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3367709238"/>
                  </a:ext>
                </a:extLst>
              </a:tr>
              <a:tr h="785125">
                <a:tc>
                  <a:txBody>
                    <a:bodyPr/>
                    <a:lstStyle/>
                    <a:p>
                      <a:pPr algn="ctr"/>
                      <a:r>
                        <a:rPr lang="en-US" altLang="zh-CN" sz="1400" b="1" dirty="0"/>
                        <a:t>LQR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平衡点附近线性二次型最优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离线求解、在线 计算量低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需线性化假设，对强非线性适应性有限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887525"/>
                  </a:ext>
                </a:extLst>
              </a:tr>
              <a:tr h="785125">
                <a:tc>
                  <a:txBody>
                    <a:bodyPr/>
                    <a:lstStyle/>
                    <a:p>
                      <a:pPr algn="ctr"/>
                      <a:r>
                        <a:rPr lang="en-US" altLang="zh-CN" sz="1400" b="1" dirty="0"/>
                        <a:t>VMC</a:t>
                      </a:r>
                      <a:endParaRPr lang="zh-CN" altLang="en-US" sz="14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虚拟弹簧</a:t>
                      </a:r>
                      <a:r>
                        <a:rPr lang="en-US" altLang="zh-CN" sz="1400" dirty="0"/>
                        <a:t>-</a:t>
                      </a:r>
                      <a:r>
                        <a:rPr lang="zh-CN" altLang="en-US" sz="1400" dirty="0"/>
                        <a:t>阻尼等力学元件直接构造控制量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物理直觉强、无需精确模型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缺乏多任务协调机制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0946319"/>
                  </a:ext>
                </a:extLst>
              </a:tr>
              <a:tr h="785125">
                <a:tc>
                  <a:txBody>
                    <a:bodyPr/>
                    <a:lstStyle/>
                    <a:p>
                      <a:pPr algn="ctr"/>
                      <a:r>
                        <a:rPr lang="en-US" altLang="zh-CN" sz="1400" b="1" dirty="0"/>
                        <a:t>WBC</a:t>
                      </a:r>
                      <a:endParaRPr lang="zh-CN" altLang="en-US" sz="14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多任务分层优化，约束优先级处理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约束处理完善、 多任务协调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依赖精确模型</a:t>
                      </a:r>
                      <a:r>
                        <a:rPr lang="en-US" altLang="zh-CN" sz="1400" dirty="0"/>
                        <a:t>+ QP</a:t>
                      </a:r>
                      <a:r>
                        <a:rPr lang="zh-CN" altLang="en-US" sz="1400" dirty="0"/>
                        <a:t>在线求解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540415"/>
                  </a:ext>
                </a:extLst>
              </a:tr>
              <a:tr h="785125">
                <a:tc>
                  <a:txBody>
                    <a:bodyPr/>
                    <a:lstStyle/>
                    <a:p>
                      <a:pPr algn="ctr"/>
                      <a:r>
                        <a:rPr lang="en-US" altLang="zh-CN" sz="1400" b="1" dirty="0"/>
                        <a:t>MPC</a:t>
                      </a:r>
                      <a:endParaRPr lang="zh-CN" altLang="en-US" sz="14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滚动时域优化，显式处理约束与预测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预测能力强、可处理约束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计算量大，对模型精度要求高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6683514"/>
                  </a:ext>
                </a:extLst>
              </a:tr>
              <a:tr h="785125">
                <a:tc>
                  <a:txBody>
                    <a:bodyPr/>
                    <a:lstStyle/>
                    <a:p>
                      <a:pPr algn="ctr"/>
                      <a:r>
                        <a:rPr lang="en-US" altLang="zh-CN" sz="1400" b="1" dirty="0"/>
                        <a:t>RL</a:t>
                      </a:r>
                      <a:endParaRPr lang="zh-CN" altLang="en-US" sz="14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数据驱动、端到端学习控制策略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无需显式建模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训练数据量大、 </a:t>
                      </a:r>
                      <a:r>
                        <a:rPr lang="en-US" altLang="zh-CN" sz="1400" dirty="0"/>
                        <a:t>sim-to-real</a:t>
                      </a:r>
                      <a:r>
                        <a:rPr lang="zh-CN" altLang="en-US" sz="1400" dirty="0"/>
                        <a:t>差距、 可解释性弱</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5409994"/>
                  </a:ext>
                </a:extLst>
              </a:tr>
            </a:tbl>
          </a:graphicData>
        </a:graphic>
      </p:graphicFrame>
    </p:spTree>
    <p:extLst>
      <p:ext uri="{BB962C8B-B14F-4D97-AF65-F5344CB8AC3E}">
        <p14:creationId xmlns:p14="http://schemas.microsoft.com/office/powerpoint/2010/main" val="4084998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normAutofit/>
          </a:bodyPr>
          <a:lstStyle/>
          <a:p>
            <a:r>
              <a:rPr lang="zh-CN" altLang="en-US" dirty="0"/>
              <a:t>研究内容及技术路线</a:t>
            </a:r>
          </a:p>
        </p:txBody>
      </p:sp>
      <p:pic>
        <p:nvPicPr>
          <p:cNvPr id="7" name="图片 6">
            <a:extLst>
              <a:ext uri="{FF2B5EF4-FFF2-40B4-BE49-F238E27FC236}">
                <a16:creationId xmlns:a16="http://schemas.microsoft.com/office/drawing/2014/main" id="{ACF84D8E-3DDF-E1AF-D3D5-B95F5AEC61F1}"/>
              </a:ext>
            </a:extLst>
          </p:cNvPr>
          <p:cNvPicPr>
            <a:picLocks noChangeAspect="1"/>
          </p:cNvPicPr>
          <p:nvPr/>
        </p:nvPicPr>
        <p:blipFill>
          <a:blip r:embed="rId3"/>
          <a:stretch>
            <a:fillRect/>
          </a:stretch>
        </p:blipFill>
        <p:spPr>
          <a:xfrm>
            <a:off x="11529506" y="712066"/>
            <a:ext cx="519116" cy="247652"/>
          </a:xfrm>
          <a:prstGeom prst="rect">
            <a:avLst/>
          </a:prstGeom>
        </p:spPr>
      </p:pic>
      <p:sp>
        <p:nvSpPr>
          <p:cNvPr id="3" name="圆角矩形 7">
            <a:extLst>
              <a:ext uri="{FF2B5EF4-FFF2-40B4-BE49-F238E27FC236}">
                <a16:creationId xmlns:a16="http://schemas.microsoft.com/office/drawing/2014/main" id="{4DCE737E-592A-515B-C9DF-4E8E170A493A}"/>
              </a:ext>
            </a:extLst>
          </p:cNvPr>
          <p:cNvSpPr/>
          <p:nvPr/>
        </p:nvSpPr>
        <p:spPr>
          <a:xfrm>
            <a:off x="254163" y="1635886"/>
            <a:ext cx="5027665" cy="462340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8">
            <a:extLst>
              <a:ext uri="{FF2B5EF4-FFF2-40B4-BE49-F238E27FC236}">
                <a16:creationId xmlns:a16="http://schemas.microsoft.com/office/drawing/2014/main" id="{281D7E96-8B66-EB96-0092-5E1BAF63E86A}"/>
              </a:ext>
            </a:extLst>
          </p:cNvPr>
          <p:cNvSpPr/>
          <p:nvPr/>
        </p:nvSpPr>
        <p:spPr>
          <a:xfrm>
            <a:off x="471937" y="1303670"/>
            <a:ext cx="4586868"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文本框 8">
            <a:extLst>
              <a:ext uri="{FF2B5EF4-FFF2-40B4-BE49-F238E27FC236}">
                <a16:creationId xmlns:a16="http://schemas.microsoft.com/office/drawing/2014/main" id="{E1A487DE-A74B-08E6-0104-14CFA8ABC436}"/>
              </a:ext>
            </a:extLst>
          </p:cNvPr>
          <p:cNvSpPr txBox="1"/>
          <p:nvPr/>
        </p:nvSpPr>
        <p:spPr>
          <a:xfrm>
            <a:off x="471937" y="1920654"/>
            <a:ext cx="4586867" cy="4203458"/>
          </a:xfrm>
          <a:prstGeom prst="rect">
            <a:avLst/>
          </a:prstGeom>
          <a:noFill/>
        </p:spPr>
        <p:txBody>
          <a:bodyPr wrap="square" rtlCol="0">
            <a:spAutoFit/>
          </a:bodyPr>
          <a:lstStyle/>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机械系统设计与验证</a:t>
            </a:r>
            <a:r>
              <a:rPr lang="zh-CN" altLang="en-US" dirty="0">
                <a:latin typeface="Times New Roman" panose="02020603050405020304" pitchFamily="18" charset="0"/>
                <a:ea typeface="等线" panose="02010600030101010101" pitchFamily="2" charset="-122"/>
              </a:rPr>
              <a:t>：</a:t>
            </a:r>
            <a:r>
              <a:rPr lang="zh-CN" altLang="en-US" dirty="0"/>
              <a:t>完成整机构型、 闭环腿部机构、传动系统和驱动单元的设计与参数确定。</a:t>
            </a:r>
            <a:endParaRPr lang="en-US" altLang="zh-CN" dirty="0"/>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轻量级控制器设计</a:t>
            </a:r>
            <a:r>
              <a:rPr lang="zh-CN" altLang="en-US" dirty="0">
                <a:latin typeface="Times New Roman" panose="02020603050405020304" pitchFamily="18" charset="0"/>
                <a:ea typeface="等线" panose="02010600030101010101" pitchFamily="2" charset="-122"/>
              </a:rPr>
              <a:t>：采用</a:t>
            </a:r>
            <a:r>
              <a:rPr lang="en-US" altLang="zh-CN" dirty="0"/>
              <a:t>LQR-VMC</a:t>
            </a:r>
            <a:r>
              <a:rPr lang="zh-CN" altLang="en-US" dirty="0"/>
              <a:t>分层控制架构，利用</a:t>
            </a:r>
            <a:r>
              <a:rPr lang="en-US" altLang="zh-CN" dirty="0"/>
              <a:t>LQR</a:t>
            </a:r>
            <a:r>
              <a:rPr lang="zh-CN" altLang="en-US" dirty="0"/>
              <a:t>实现机体平衡、速度跟踪和腿摆控制，利用</a:t>
            </a:r>
            <a:r>
              <a:rPr lang="en-US" altLang="zh-CN" dirty="0"/>
              <a:t>VMC</a:t>
            </a:r>
            <a:r>
              <a:rPr lang="zh-CN" altLang="en-US" dirty="0"/>
              <a:t>实现腿长方向支撑，并通过滚转角补偿提高侧向稳定性</a:t>
            </a:r>
            <a:r>
              <a:rPr lang="zh-CN" altLang="en-US" dirty="0">
                <a:latin typeface="Times New Roman" panose="02020603050405020304" pitchFamily="18" charset="0"/>
                <a:ea typeface="等线" panose="02010600030101010101" pitchFamily="2" charset="-122"/>
              </a:rPr>
              <a:t>。</a:t>
            </a:r>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全流程验证</a:t>
            </a:r>
            <a:r>
              <a:rPr lang="zh-CN" altLang="en-US" dirty="0">
                <a:latin typeface="Times New Roman" panose="02020603050405020304" pitchFamily="18" charset="0"/>
                <a:ea typeface="等线" panose="02010600030101010101" pitchFamily="2" charset="-122"/>
              </a:rPr>
              <a:t>：</a:t>
            </a:r>
            <a:r>
              <a:rPr lang="zh-CN" altLang="en-US" dirty="0"/>
              <a:t>在</a:t>
            </a:r>
            <a:r>
              <a:rPr lang="en-US" altLang="zh-CN" dirty="0" err="1"/>
              <a:t>MuJoCo</a:t>
            </a:r>
            <a:r>
              <a:rPr lang="zh-CN" altLang="en-US" dirty="0"/>
              <a:t>仿真和物理样机平台上对原地平衡、 速度跟踪、扰动恢复、腿长调节和滚转稳定等工况进行验证</a:t>
            </a:r>
            <a:r>
              <a:rPr lang="zh-CN" altLang="en-US" dirty="0">
                <a:latin typeface="Times New Roman" panose="02020603050405020304" pitchFamily="18" charset="0"/>
                <a:ea typeface="等线" panose="02010600030101010101" pitchFamily="2" charset="-122"/>
              </a:rPr>
              <a:t>。</a:t>
            </a:r>
          </a:p>
        </p:txBody>
      </p:sp>
      <p:pic>
        <p:nvPicPr>
          <p:cNvPr id="4" name="图片 3">
            <a:extLst>
              <a:ext uri="{FF2B5EF4-FFF2-40B4-BE49-F238E27FC236}">
                <a16:creationId xmlns:a16="http://schemas.microsoft.com/office/drawing/2014/main" id="{BF31E266-B323-2C7C-DD8E-22CCD2A18388}"/>
              </a:ext>
            </a:extLst>
          </p:cNvPr>
          <p:cNvPicPr>
            <a:picLocks noChangeAspect="1"/>
          </p:cNvPicPr>
          <p:nvPr/>
        </p:nvPicPr>
        <p:blipFill>
          <a:blip r:embed="rId4"/>
          <a:stretch>
            <a:fillRect/>
          </a:stretch>
        </p:blipFill>
        <p:spPr>
          <a:xfrm>
            <a:off x="5861617" y="1015199"/>
            <a:ext cx="5927447" cy="5345642"/>
          </a:xfrm>
          <a:prstGeom prst="rect">
            <a:avLst/>
          </a:prstGeom>
        </p:spPr>
      </p:pic>
      <p:sp>
        <p:nvSpPr>
          <p:cNvPr id="5" name="右箭头 27">
            <a:extLst>
              <a:ext uri="{FF2B5EF4-FFF2-40B4-BE49-F238E27FC236}">
                <a16:creationId xmlns:a16="http://schemas.microsoft.com/office/drawing/2014/main" id="{A9D32593-65E3-04D8-75C0-1AC26BB0E0A9}"/>
              </a:ext>
            </a:extLst>
          </p:cNvPr>
          <p:cNvSpPr/>
          <p:nvPr/>
        </p:nvSpPr>
        <p:spPr>
          <a:xfrm>
            <a:off x="5499602" y="3577982"/>
            <a:ext cx="458774" cy="593399"/>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9240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08F52-077F-4238-2F24-0DDDD3ABADA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E34376B-5B68-7744-1E09-733C13FC3A1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1059E55C-E597-10F3-0823-0854DA624C80}"/>
              </a:ext>
            </a:extLst>
          </p:cNvPr>
          <p:cNvSpPr/>
          <p:nvPr/>
        </p:nvSpPr>
        <p:spPr>
          <a:xfrm flipV="1">
            <a:off x="4014842" y="1247552"/>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8E7381D-5307-961A-7387-C383F7330A1F}"/>
              </a:ext>
            </a:extLst>
          </p:cNvPr>
          <p:cNvSpPr/>
          <p:nvPr/>
        </p:nvSpPr>
        <p:spPr>
          <a:xfrm flipV="1">
            <a:off x="3595465" y="1213181"/>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681EB7D7-9910-5E79-F68E-324182FB2A72}"/>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81331C1F-8ADC-9027-7DBD-0D646C30F705}"/>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987A8D9-69AE-2CE4-C383-FB7E737B96F5}"/>
              </a:ext>
            </a:extLst>
          </p:cNvPr>
          <p:cNvSpPr/>
          <p:nvPr/>
        </p:nvSpPr>
        <p:spPr>
          <a:xfrm flipV="1">
            <a:off x="3597012" y="2318036"/>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903EEF87-EE84-108A-9034-EBAD9B51AD22}"/>
              </a:ext>
            </a:extLst>
          </p:cNvPr>
          <p:cNvSpPr/>
          <p:nvPr/>
        </p:nvSpPr>
        <p:spPr>
          <a:xfrm flipV="1">
            <a:off x="4014842" y="235240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F1A8CBAE-0CFB-3E02-18D6-BD49233574D0}"/>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CCBD5C09-DD39-4C88-5CE6-1B367CE5E6E0}"/>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6B2D1E32-D9C9-4CF8-D386-062399773268}"/>
              </a:ext>
            </a:extLst>
          </p:cNvPr>
          <p:cNvSpPr/>
          <p:nvPr/>
        </p:nvSpPr>
        <p:spPr>
          <a:xfrm flipV="1">
            <a:off x="4037785" y="35074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0AD00B9D-3289-3CB6-AECD-0A3173162015}"/>
              </a:ext>
            </a:extLst>
          </p:cNvPr>
          <p:cNvSpPr/>
          <p:nvPr/>
        </p:nvSpPr>
        <p:spPr>
          <a:xfrm flipV="1">
            <a:off x="3621504" y="3473065"/>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1EFF4F3-F4B8-08C0-D057-B296EA786AEC}"/>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973ACBBC-E941-83E2-FB65-4C60CF776F5C}"/>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2CF87856-77A6-388B-487C-51FE6C917412}"/>
              </a:ext>
            </a:extLst>
          </p:cNvPr>
          <p:cNvSpPr/>
          <p:nvPr/>
        </p:nvSpPr>
        <p:spPr>
          <a:xfrm flipV="1">
            <a:off x="4016389" y="467072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DC099409-BD83-2E02-AFDD-7AF5DF11BDC2}"/>
              </a:ext>
            </a:extLst>
          </p:cNvPr>
          <p:cNvSpPr/>
          <p:nvPr/>
        </p:nvSpPr>
        <p:spPr>
          <a:xfrm flipV="1">
            <a:off x="3600108" y="4636353"/>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EA21F695-B206-1056-AAB8-E58569DEA647}"/>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4DBFFC8C-11EF-1572-C188-FF3B38DCB88E}"/>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F9D09E60-5E13-0341-A6E3-7CD9D903E0EB}"/>
              </a:ext>
            </a:extLst>
          </p:cNvPr>
          <p:cNvSpPr/>
          <p:nvPr/>
        </p:nvSpPr>
        <p:spPr>
          <a:xfrm flipV="1">
            <a:off x="4007210" y="5687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29D019BC-57D7-E60A-F56C-8FF736D523E0}"/>
              </a:ext>
            </a:extLst>
          </p:cNvPr>
          <p:cNvSpPr/>
          <p:nvPr/>
        </p:nvSpPr>
        <p:spPr>
          <a:xfrm flipV="1">
            <a:off x="3590929" y="5652649"/>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225E47DA-583D-0839-5C9A-4AB932915982}"/>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710425C6-A439-16A6-7251-BFBA1D5FF585}"/>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84570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normAutofit fontScale="90000"/>
          </a:bodyPr>
          <a:lstStyle/>
          <a:p>
            <a:pPr lvl="0" defTabSz="914400">
              <a:spcBef>
                <a:spcPts val="1000"/>
              </a:spcBef>
              <a:defRPr/>
            </a:pPr>
            <a:r>
              <a:rPr kumimoji="1" lang="zh-CN" altLang="en-US" sz="3600" dirty="0">
                <a:solidFill>
                  <a:srgbClr val="4472C4">
                    <a:lumMod val="50000"/>
                  </a:srgbClr>
                </a:solidFill>
                <a:cs typeface="+mn-ea"/>
                <a:sym typeface="+mn-lt"/>
              </a:rPr>
              <a:t>机器人机械结构设计</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腿部结构设计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传动系统设计</a:t>
            </a:r>
          </a:p>
        </p:txBody>
      </p:sp>
      <p:sp>
        <p:nvSpPr>
          <p:cNvPr id="18" name="矩形 17">
            <a:extLst>
              <a:ext uri="{FF2B5EF4-FFF2-40B4-BE49-F238E27FC236}">
                <a16:creationId xmlns:a16="http://schemas.microsoft.com/office/drawing/2014/main" id="{6ED52874-749D-FCD3-403E-3352E3790A49}"/>
              </a:ext>
            </a:extLst>
          </p:cNvPr>
          <p:cNvSpPr/>
          <p:nvPr/>
        </p:nvSpPr>
        <p:spPr>
          <a:xfrm>
            <a:off x="346214" y="1644662"/>
            <a:ext cx="3439183" cy="195842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346214" y="1644662"/>
            <a:ext cx="3439183" cy="516316"/>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b="1" dirty="0">
                <a:solidFill>
                  <a:prstClr val="white"/>
                </a:solidFill>
                <a:latin typeface="思源黑体 CN Bold" panose="020B0800000000000000" pitchFamily="34" charset="-122"/>
                <a:ea typeface="思源黑体 CN Bold" panose="020B0800000000000000" pitchFamily="34" charset="-122"/>
              </a:rPr>
              <a:t>腿部结构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439101" y="2279641"/>
            <a:ext cx="3275179" cy="1162819"/>
          </a:xfrm>
          <a:prstGeom prst="rect">
            <a:avLst/>
          </a:prstGeom>
          <a:noFill/>
        </p:spPr>
        <p:txBody>
          <a:bodyPr wrap="square">
            <a:spAutoFit/>
          </a:bodyPr>
          <a:lstStyle/>
          <a:p>
            <a:pPr>
              <a:lnSpc>
                <a:spcPct val="150000"/>
              </a:lnSpc>
            </a:pPr>
            <a:r>
              <a:rPr lang="zh-CN" altLang="en-US" sz="1600" dirty="0"/>
              <a:t>腿部选用 </a:t>
            </a:r>
            <a:r>
              <a:rPr lang="zh-CN" altLang="en-US" sz="1600" b="1" dirty="0">
                <a:solidFill>
                  <a:srgbClr val="002060"/>
                </a:solidFill>
              </a:rPr>
              <a:t>混合式 </a:t>
            </a:r>
            <a:r>
              <a:rPr lang="zh-CN" altLang="en-US" sz="1600" dirty="0"/>
              <a:t>连杆机构，在串联主链中加入局部并联支链，以兼顾运动范围和支撑刚度。</a:t>
            </a:r>
            <a:endParaRPr lang="zh-CN" altLang="en-US" sz="1600"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5"/>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电机选型与校核</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6" name="图片 5">
            <a:extLst>
              <a:ext uri="{FF2B5EF4-FFF2-40B4-BE49-F238E27FC236}">
                <a16:creationId xmlns:a16="http://schemas.microsoft.com/office/drawing/2014/main" id="{CCA50EE0-6973-6A19-9C50-9E9B5A51DB75}"/>
              </a:ext>
            </a:extLst>
          </p:cNvPr>
          <p:cNvPicPr>
            <a:picLocks noChangeAspect="1"/>
          </p:cNvPicPr>
          <p:nvPr/>
        </p:nvPicPr>
        <p:blipFill>
          <a:blip r:embed="rId6"/>
          <a:stretch>
            <a:fillRect/>
          </a:stretch>
        </p:blipFill>
        <p:spPr>
          <a:xfrm>
            <a:off x="4169165" y="1955166"/>
            <a:ext cx="3357540" cy="2743936"/>
          </a:xfrm>
          <a:prstGeom prst="rect">
            <a:avLst/>
          </a:prstGeom>
        </p:spPr>
      </p:pic>
      <p:sp>
        <p:nvSpPr>
          <p:cNvPr id="8" name="标注: 线形 7">
            <a:extLst>
              <a:ext uri="{FF2B5EF4-FFF2-40B4-BE49-F238E27FC236}">
                <a16:creationId xmlns:a16="http://schemas.microsoft.com/office/drawing/2014/main" id="{1304A76A-471E-3662-6A10-0E6638A700AF}"/>
              </a:ext>
            </a:extLst>
          </p:cNvPr>
          <p:cNvSpPr/>
          <p:nvPr/>
        </p:nvSpPr>
        <p:spPr>
          <a:xfrm>
            <a:off x="1352791" y="2343186"/>
            <a:ext cx="671790" cy="359229"/>
          </a:xfrm>
          <a:prstGeom prst="borderCallout1">
            <a:avLst>
              <a:gd name="adj1" fmla="val -947"/>
              <a:gd name="adj2" fmla="val 101591"/>
              <a:gd name="adj3" fmla="val -121717"/>
              <a:gd name="adj4" fmla="val 412097"/>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过程 23">
            <a:extLst>
              <a:ext uri="{FF2B5EF4-FFF2-40B4-BE49-F238E27FC236}">
                <a16:creationId xmlns:a16="http://schemas.microsoft.com/office/drawing/2014/main" id="{1A4EB200-9890-1C0C-E81A-312E780417B7}"/>
              </a:ext>
            </a:extLst>
          </p:cNvPr>
          <p:cNvSpPr/>
          <p:nvPr/>
        </p:nvSpPr>
        <p:spPr>
          <a:xfrm>
            <a:off x="4128343" y="1896776"/>
            <a:ext cx="3439183" cy="3181565"/>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右箭头 27">
            <a:extLst>
              <a:ext uri="{FF2B5EF4-FFF2-40B4-BE49-F238E27FC236}">
                <a16:creationId xmlns:a16="http://schemas.microsoft.com/office/drawing/2014/main" id="{9A31CCA6-A879-0D8C-3AF1-29A57E8C5064}"/>
              </a:ext>
            </a:extLst>
          </p:cNvPr>
          <p:cNvSpPr/>
          <p:nvPr/>
        </p:nvSpPr>
        <p:spPr>
          <a:xfrm>
            <a:off x="7674087" y="3327134"/>
            <a:ext cx="333523" cy="466061"/>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9" name="图片 28">
            <a:extLst>
              <a:ext uri="{FF2B5EF4-FFF2-40B4-BE49-F238E27FC236}">
                <a16:creationId xmlns:a16="http://schemas.microsoft.com/office/drawing/2014/main" id="{70496D70-2202-F756-4070-BA5C41169ADB}"/>
              </a:ext>
            </a:extLst>
          </p:cNvPr>
          <p:cNvPicPr>
            <a:picLocks noChangeAspect="1"/>
          </p:cNvPicPr>
          <p:nvPr/>
        </p:nvPicPr>
        <p:blipFill>
          <a:blip r:embed="rId7"/>
          <a:stretch>
            <a:fillRect/>
          </a:stretch>
        </p:blipFill>
        <p:spPr>
          <a:xfrm>
            <a:off x="282018" y="4084856"/>
            <a:ext cx="2932636" cy="2256963"/>
          </a:xfrm>
          <a:prstGeom prst="rect">
            <a:avLst/>
          </a:prstGeom>
        </p:spPr>
      </p:pic>
      <p:cxnSp>
        <p:nvCxnSpPr>
          <p:cNvPr id="20" name="直接连接符 19">
            <a:extLst>
              <a:ext uri="{FF2B5EF4-FFF2-40B4-BE49-F238E27FC236}">
                <a16:creationId xmlns:a16="http://schemas.microsoft.com/office/drawing/2014/main" id="{7E130209-D4CF-D5F5-6C6D-4DF2C34303F9}"/>
              </a:ext>
            </a:extLst>
          </p:cNvPr>
          <p:cNvCxnSpPr>
            <a:cxnSpLocks/>
          </p:cNvCxnSpPr>
          <p:nvPr/>
        </p:nvCxnSpPr>
        <p:spPr>
          <a:xfrm>
            <a:off x="2024581" y="2717046"/>
            <a:ext cx="2088536" cy="2361295"/>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29C92F07-E5EA-B652-68DE-D3390699EFC1}"/>
              </a:ext>
            </a:extLst>
          </p:cNvPr>
          <p:cNvSpPr txBox="1"/>
          <p:nvPr/>
        </p:nvSpPr>
        <p:spPr>
          <a:xfrm>
            <a:off x="865414" y="6405640"/>
            <a:ext cx="1877437" cy="276999"/>
          </a:xfrm>
          <a:prstGeom prst="rect">
            <a:avLst/>
          </a:prstGeom>
          <a:noFill/>
        </p:spPr>
        <p:txBody>
          <a:bodyPr wrap="none" rtlCol="0">
            <a:spAutoFit/>
          </a:bodyPr>
          <a:lstStyle/>
          <a:p>
            <a:r>
              <a:rPr lang="zh-CN" altLang="en-US" sz="1200" dirty="0"/>
              <a:t>腿部连杆工作空间示意图</a:t>
            </a:r>
          </a:p>
        </p:txBody>
      </p:sp>
      <p:pic>
        <p:nvPicPr>
          <p:cNvPr id="35" name="飞书20251013-162125">
            <a:hlinkClick r:id="" action="ppaction://media"/>
            <a:extLst>
              <a:ext uri="{FF2B5EF4-FFF2-40B4-BE49-F238E27FC236}">
                <a16:creationId xmlns:a16="http://schemas.microsoft.com/office/drawing/2014/main" id="{7BE7B711-246E-FAF4-1B15-47AA71B57119}"/>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8063658" y="1855116"/>
            <a:ext cx="3909358" cy="3288931"/>
          </a:xfrm>
          <a:prstGeom prst="rect">
            <a:avLst/>
          </a:prstGeom>
        </p:spPr>
      </p:pic>
      <p:sp>
        <p:nvSpPr>
          <p:cNvPr id="39" name="圆角矩形 7">
            <a:extLst>
              <a:ext uri="{FF2B5EF4-FFF2-40B4-BE49-F238E27FC236}">
                <a16:creationId xmlns:a16="http://schemas.microsoft.com/office/drawing/2014/main" id="{25C7AE6D-D54E-C169-9B8D-556640E9A773}"/>
              </a:ext>
            </a:extLst>
          </p:cNvPr>
          <p:cNvSpPr/>
          <p:nvPr/>
        </p:nvSpPr>
        <p:spPr>
          <a:xfrm>
            <a:off x="6969606" y="5844545"/>
            <a:ext cx="5059199" cy="434951"/>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FBD7EC71-FD81-DD80-62B6-41A9724DBA75}"/>
              </a:ext>
            </a:extLst>
          </p:cNvPr>
          <p:cNvSpPr txBox="1"/>
          <p:nvPr/>
        </p:nvSpPr>
        <p:spPr>
          <a:xfrm>
            <a:off x="7089412" y="5770885"/>
            <a:ext cx="4939393" cy="423449"/>
          </a:xfrm>
          <a:prstGeom prst="rect">
            <a:avLst/>
          </a:prstGeom>
          <a:noFill/>
        </p:spPr>
        <p:txBody>
          <a:bodyPr wrap="square">
            <a:spAutoFit/>
          </a:bodyPr>
          <a:lstStyle/>
          <a:p>
            <a:pPr latinLnBrk="1">
              <a:lnSpc>
                <a:spcPct val="150000"/>
              </a:lnSpc>
            </a:pPr>
            <a:r>
              <a:rPr lang="zh-CN" altLang="en-US" sz="1600" dirty="0"/>
              <a:t>仿真结果证明该连杆机构能够满足两自由度运动需求</a:t>
            </a:r>
            <a:endParaRPr lang="en-US" altLang="zh-CN" sz="1600" dirty="0"/>
          </a:p>
        </p:txBody>
      </p:sp>
      <p:sp>
        <p:nvSpPr>
          <p:cNvPr id="42" name="文本框 41">
            <a:extLst>
              <a:ext uri="{FF2B5EF4-FFF2-40B4-BE49-F238E27FC236}">
                <a16:creationId xmlns:a16="http://schemas.microsoft.com/office/drawing/2014/main" id="{007B6905-2B2D-CFD4-4E74-EC1CD81DF75F}"/>
              </a:ext>
            </a:extLst>
          </p:cNvPr>
          <p:cNvSpPr txBox="1"/>
          <p:nvPr/>
        </p:nvSpPr>
        <p:spPr>
          <a:xfrm>
            <a:off x="9207057" y="5215235"/>
            <a:ext cx="1622560" cy="276999"/>
          </a:xfrm>
          <a:prstGeom prst="rect">
            <a:avLst/>
          </a:prstGeom>
          <a:noFill/>
        </p:spPr>
        <p:txBody>
          <a:bodyPr wrap="none" rtlCol="0">
            <a:spAutoFit/>
          </a:bodyPr>
          <a:lstStyle/>
          <a:p>
            <a:r>
              <a:rPr lang="zh-CN" altLang="en-US" sz="1200" dirty="0"/>
              <a:t>腿部连杆正逆解验证</a:t>
            </a:r>
          </a:p>
        </p:txBody>
      </p:sp>
      <p:sp>
        <p:nvSpPr>
          <p:cNvPr id="43" name="文本框 42">
            <a:extLst>
              <a:ext uri="{FF2B5EF4-FFF2-40B4-BE49-F238E27FC236}">
                <a16:creationId xmlns:a16="http://schemas.microsoft.com/office/drawing/2014/main" id="{70E319DE-E486-C286-4971-7A677A72033A}"/>
              </a:ext>
            </a:extLst>
          </p:cNvPr>
          <p:cNvSpPr txBox="1"/>
          <p:nvPr/>
        </p:nvSpPr>
        <p:spPr>
          <a:xfrm>
            <a:off x="5075661" y="4750567"/>
            <a:ext cx="1415772" cy="276999"/>
          </a:xfrm>
          <a:prstGeom prst="rect">
            <a:avLst/>
          </a:prstGeom>
          <a:noFill/>
        </p:spPr>
        <p:txBody>
          <a:bodyPr wrap="none" rtlCol="0">
            <a:spAutoFit/>
          </a:bodyPr>
          <a:lstStyle/>
          <a:p>
            <a:r>
              <a:rPr lang="zh-CN" altLang="en-US" sz="1200" dirty="0"/>
              <a:t>腿部连杆机构简图</a:t>
            </a:r>
          </a:p>
        </p:txBody>
      </p:sp>
      <p:pic>
        <p:nvPicPr>
          <p:cNvPr id="46" name="图片 45">
            <a:extLst>
              <a:ext uri="{FF2B5EF4-FFF2-40B4-BE49-F238E27FC236}">
                <a16:creationId xmlns:a16="http://schemas.microsoft.com/office/drawing/2014/main" id="{EC1C34ED-5546-1D3A-A5B1-03AF38ADC3FB}"/>
              </a:ext>
            </a:extLst>
          </p:cNvPr>
          <p:cNvPicPr>
            <a:picLocks noChangeAspect="1"/>
          </p:cNvPicPr>
          <p:nvPr/>
        </p:nvPicPr>
        <p:blipFill>
          <a:blip r:embed="rId9"/>
          <a:stretch>
            <a:fillRect/>
          </a:stretch>
        </p:blipFill>
        <p:spPr>
          <a:xfrm>
            <a:off x="4113117" y="5278046"/>
            <a:ext cx="2694587" cy="1356797"/>
          </a:xfrm>
          <a:prstGeom prst="rect">
            <a:avLst/>
          </a:prstGeom>
        </p:spPr>
      </p:pic>
    </p:spTree>
    <p:extLst>
      <p:ext uri="{BB962C8B-B14F-4D97-AF65-F5344CB8AC3E}">
        <p14:creationId xmlns:p14="http://schemas.microsoft.com/office/powerpoint/2010/main" val="221201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54"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5"/>
                                        </p:tgtEl>
                                      </p:cBhvr>
                                    </p:cmd>
                                  </p:childTnLst>
                                </p:cTn>
                              </p:par>
                            </p:childTnLst>
                          </p:cTn>
                        </p:par>
                      </p:childTnLst>
                    </p:cTn>
                  </p:par>
                </p:childTnLst>
              </p:cTn>
              <p:nextCondLst>
                <p:cond evt="onClick" delay="0">
                  <p:tgtEl>
                    <p:spTgt spid="35"/>
                  </p:tgtEl>
                </p:cond>
              </p:nextCondLst>
            </p:seq>
            <p:video>
              <p:cMediaNode vol="80000" mute="1">
                <p:cTn id="12" repeatCount="indefinite" fill="hold" display="0">
                  <p:stCondLst>
                    <p:cond delay="indefinite"/>
                  </p:stCondLst>
                </p:cTn>
                <p:tgtEl>
                  <p:spTgt spid="35"/>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normAutofit fontScale="90000"/>
          </a:bodyPr>
          <a:lstStyle/>
          <a:p>
            <a:pPr lvl="0" defTabSz="914400">
              <a:spcBef>
                <a:spcPts val="1000"/>
              </a:spcBef>
              <a:defRPr/>
            </a:pPr>
            <a:r>
              <a:rPr kumimoji="1" lang="zh-CN" altLang="en-US" sz="3600" dirty="0">
                <a:solidFill>
                  <a:srgbClr val="4472C4">
                    <a:lumMod val="50000"/>
                  </a:srgbClr>
                </a:solidFill>
                <a:cs typeface="+mn-ea"/>
                <a:sym typeface="+mn-lt"/>
              </a:rPr>
              <a:t>机器人机械结构设计</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ea typeface="思源黑体 CN Bold" panose="020B0800000000000000" pitchFamily="34" charset="-122"/>
              </a:rPr>
              <a:t>腿部结构设计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ea typeface="思源黑体 CN Bold" panose="020B0800000000000000" pitchFamily="34" charset="-122"/>
              </a:rPr>
              <a:t>传动系统设计</a:t>
            </a:r>
          </a:p>
        </p:txBody>
      </p:sp>
      <p:sp>
        <p:nvSpPr>
          <p:cNvPr id="18" name="矩形 17">
            <a:extLst>
              <a:ext uri="{FF2B5EF4-FFF2-40B4-BE49-F238E27FC236}">
                <a16:creationId xmlns:a16="http://schemas.microsoft.com/office/drawing/2014/main" id="{6ED52874-749D-FCD3-403E-3352E3790A49}"/>
              </a:ext>
            </a:extLst>
          </p:cNvPr>
          <p:cNvSpPr/>
          <p:nvPr/>
        </p:nvSpPr>
        <p:spPr>
          <a:xfrm>
            <a:off x="297228" y="1907790"/>
            <a:ext cx="2566936" cy="4389596"/>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297228" y="1907790"/>
            <a:ext cx="2566936" cy="56871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b="1" dirty="0">
                <a:solidFill>
                  <a:prstClr val="white"/>
                </a:solidFill>
                <a:latin typeface="思源黑体 CN Bold" panose="020B0800000000000000" pitchFamily="34" charset="-122"/>
                <a:ea typeface="思源黑体 CN Bold" panose="020B0800000000000000" pitchFamily="34" charset="-122"/>
              </a:rPr>
              <a:t>传动系统</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372616" y="2692096"/>
            <a:ext cx="2610195" cy="3378810"/>
          </a:xfrm>
          <a:prstGeom prst="rect">
            <a:avLst/>
          </a:prstGeom>
          <a:noFill/>
        </p:spPr>
        <p:txBody>
          <a:bodyPr wrap="square">
            <a:spAutoFit/>
          </a:bodyPr>
          <a:lstStyle/>
          <a:p>
            <a:pPr>
              <a:lnSpc>
                <a:spcPct val="150000"/>
              </a:lnSpc>
            </a:pPr>
            <a:r>
              <a:rPr lang="zh-CN" altLang="en-US" sz="1600" dirty="0"/>
              <a:t>采用</a:t>
            </a:r>
            <a:r>
              <a:rPr lang="zh-CN" altLang="en-US" sz="1600" b="1" dirty="0">
                <a:solidFill>
                  <a:srgbClr val="002060"/>
                </a:solidFill>
              </a:rPr>
              <a:t>嵌套式二级轴系</a:t>
            </a:r>
            <a:r>
              <a:rPr lang="zh-CN" altLang="en-US" sz="1600" dirty="0"/>
              <a:t>，通过内外两层转动轴和两组轴承传递不同自由度的力矩</a:t>
            </a:r>
            <a:endParaRPr lang="en-US" altLang="zh-CN" sz="1600" dirty="0"/>
          </a:p>
          <a:p>
            <a:pPr>
              <a:lnSpc>
                <a:spcPct val="150000"/>
              </a:lnSpc>
            </a:pPr>
            <a:endParaRPr lang="en-US" altLang="zh-CN" sz="1600" dirty="0"/>
          </a:p>
          <a:p>
            <a:pPr>
              <a:lnSpc>
                <a:spcPct val="150000"/>
              </a:lnSpc>
            </a:pPr>
            <a:r>
              <a:rPr lang="zh-CN" altLang="en-US" sz="1600" dirty="0"/>
              <a:t>电机传动方式选择</a:t>
            </a:r>
            <a:r>
              <a:rPr lang="zh-CN" altLang="en-US" sz="1600" b="1" dirty="0">
                <a:solidFill>
                  <a:srgbClr val="002060"/>
                </a:solidFill>
              </a:rPr>
              <a:t>链传动</a:t>
            </a:r>
            <a:r>
              <a:rPr lang="zh-CN" altLang="en-US" sz="1600" dirty="0"/>
              <a:t>，并通过</a:t>
            </a:r>
            <a:r>
              <a:rPr lang="zh-CN" altLang="en-US" sz="1600" b="1" dirty="0">
                <a:solidFill>
                  <a:srgbClr val="002060"/>
                </a:solidFill>
              </a:rPr>
              <a:t>改变中心距</a:t>
            </a:r>
            <a:r>
              <a:rPr lang="zh-CN" altLang="en-US" sz="1600" dirty="0"/>
              <a:t>完成张紧：在电机连接板上将电机安装孔设计为水平滑槽</a:t>
            </a:r>
            <a:endParaRPr lang="zh-CN" altLang="en-US" sz="1600"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3"/>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电机选型与校核</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7" name="椭圆 6">
            <a:extLst>
              <a:ext uri="{FF2B5EF4-FFF2-40B4-BE49-F238E27FC236}">
                <a16:creationId xmlns:a16="http://schemas.microsoft.com/office/drawing/2014/main" id="{7FFBFDD0-5D56-2E38-6543-2FCDED38259C}"/>
              </a:ext>
            </a:extLst>
          </p:cNvPr>
          <p:cNvSpPr/>
          <p:nvPr/>
        </p:nvSpPr>
        <p:spPr>
          <a:xfrm>
            <a:off x="4500452" y="11858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椭圆 8">
            <a:extLst>
              <a:ext uri="{FF2B5EF4-FFF2-40B4-BE49-F238E27FC236}">
                <a16:creationId xmlns:a16="http://schemas.microsoft.com/office/drawing/2014/main" id="{2E55EA54-B7E1-2AD7-5254-69B0A153AAC8}"/>
              </a:ext>
            </a:extLst>
          </p:cNvPr>
          <p:cNvSpPr/>
          <p:nvPr/>
        </p:nvSpPr>
        <p:spPr>
          <a:xfrm>
            <a:off x="508443"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10" name="图片 9">
            <a:extLst>
              <a:ext uri="{FF2B5EF4-FFF2-40B4-BE49-F238E27FC236}">
                <a16:creationId xmlns:a16="http://schemas.microsoft.com/office/drawing/2014/main" id="{767B278E-C60F-8251-7B30-8E66D07A5D88}"/>
              </a:ext>
            </a:extLst>
          </p:cNvPr>
          <p:cNvPicPr>
            <a:picLocks noChangeAspect="1"/>
          </p:cNvPicPr>
          <p:nvPr/>
        </p:nvPicPr>
        <p:blipFill>
          <a:blip r:embed="rId4"/>
          <a:stretch>
            <a:fillRect/>
          </a:stretch>
        </p:blipFill>
        <p:spPr>
          <a:xfrm>
            <a:off x="3046987" y="2458415"/>
            <a:ext cx="4028850" cy="2727257"/>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D02D471A-9C01-B86B-BBC5-CBA8AAA4FFD3}"/>
              </a:ext>
            </a:extLst>
          </p:cNvPr>
          <p:cNvPicPr>
            <a:picLocks noChangeAspect="1"/>
          </p:cNvPicPr>
          <p:nvPr/>
        </p:nvPicPr>
        <p:blipFill>
          <a:blip r:embed="rId5"/>
          <a:stretch>
            <a:fillRect/>
          </a:stretch>
        </p:blipFill>
        <p:spPr>
          <a:xfrm>
            <a:off x="7334050" y="1641090"/>
            <a:ext cx="4572019" cy="2180954"/>
          </a:xfrm>
          <a:prstGeom prst="rect">
            <a:avLst/>
          </a:prstGeom>
          <a:ln>
            <a:noFill/>
          </a:ln>
          <a:effectLst>
            <a:outerShdw blurRad="292100" dist="139700" dir="2700000" algn="tl" rotWithShape="0">
              <a:srgbClr val="333333">
                <a:alpha val="65000"/>
              </a:srgbClr>
            </a:outerShdw>
          </a:effectLst>
        </p:spPr>
      </p:pic>
      <p:pic>
        <p:nvPicPr>
          <p:cNvPr id="12" name="图片 11">
            <a:extLst>
              <a:ext uri="{FF2B5EF4-FFF2-40B4-BE49-F238E27FC236}">
                <a16:creationId xmlns:a16="http://schemas.microsoft.com/office/drawing/2014/main" id="{8AD2430C-3F8C-AA1E-4B25-87AD52B60E28}"/>
              </a:ext>
            </a:extLst>
          </p:cNvPr>
          <p:cNvPicPr>
            <a:picLocks noChangeAspect="1"/>
          </p:cNvPicPr>
          <p:nvPr/>
        </p:nvPicPr>
        <p:blipFill>
          <a:blip r:embed="rId6"/>
          <a:stretch>
            <a:fillRect/>
          </a:stretch>
        </p:blipFill>
        <p:spPr>
          <a:xfrm flipH="1">
            <a:off x="8384850" y="4298006"/>
            <a:ext cx="2698469" cy="2180954"/>
          </a:xfrm>
          <a:prstGeom prst="rect">
            <a:avLst/>
          </a:prstGeom>
        </p:spPr>
      </p:pic>
      <p:sp>
        <p:nvSpPr>
          <p:cNvPr id="21" name="文本框 20">
            <a:extLst>
              <a:ext uri="{FF2B5EF4-FFF2-40B4-BE49-F238E27FC236}">
                <a16:creationId xmlns:a16="http://schemas.microsoft.com/office/drawing/2014/main" id="{CAEFB846-9FD1-12BA-8103-17D47DA2F1B7}"/>
              </a:ext>
            </a:extLst>
          </p:cNvPr>
          <p:cNvSpPr txBox="1"/>
          <p:nvPr/>
        </p:nvSpPr>
        <p:spPr>
          <a:xfrm>
            <a:off x="4117044" y="5334556"/>
            <a:ext cx="1587294" cy="276999"/>
          </a:xfrm>
          <a:prstGeom prst="rect">
            <a:avLst/>
          </a:prstGeom>
          <a:noFill/>
        </p:spPr>
        <p:txBody>
          <a:bodyPr wrap="none" rtlCol="0">
            <a:spAutoFit/>
          </a:bodyPr>
          <a:lstStyle/>
          <a:p>
            <a:r>
              <a:rPr lang="zh-CN" altLang="en-US" sz="1200" dirty="0"/>
              <a:t>二级嵌套轴系示意图</a:t>
            </a:r>
          </a:p>
        </p:txBody>
      </p:sp>
      <p:sp>
        <p:nvSpPr>
          <p:cNvPr id="22" name="文本框 21">
            <a:extLst>
              <a:ext uri="{FF2B5EF4-FFF2-40B4-BE49-F238E27FC236}">
                <a16:creationId xmlns:a16="http://schemas.microsoft.com/office/drawing/2014/main" id="{F21BB501-C504-BE8D-A8C7-FD9A9385982D}"/>
              </a:ext>
            </a:extLst>
          </p:cNvPr>
          <p:cNvSpPr txBox="1"/>
          <p:nvPr/>
        </p:nvSpPr>
        <p:spPr>
          <a:xfrm>
            <a:off x="8881624" y="3863937"/>
            <a:ext cx="1790875" cy="276999"/>
          </a:xfrm>
          <a:prstGeom prst="rect">
            <a:avLst/>
          </a:prstGeom>
          <a:noFill/>
        </p:spPr>
        <p:txBody>
          <a:bodyPr wrap="none" rtlCol="0">
            <a:spAutoFit/>
          </a:bodyPr>
          <a:lstStyle/>
          <a:p>
            <a:r>
              <a:rPr lang="zh-CN" altLang="en-US" sz="1200" dirty="0"/>
              <a:t>电机连接板滑槽示意图</a:t>
            </a:r>
          </a:p>
        </p:txBody>
      </p:sp>
      <p:sp>
        <p:nvSpPr>
          <p:cNvPr id="23" name="标注: 弯曲线形 22">
            <a:extLst>
              <a:ext uri="{FF2B5EF4-FFF2-40B4-BE49-F238E27FC236}">
                <a16:creationId xmlns:a16="http://schemas.microsoft.com/office/drawing/2014/main" id="{DC6F33CF-4CB6-F8C0-55B1-F6E890621844}"/>
              </a:ext>
            </a:extLst>
          </p:cNvPr>
          <p:cNvSpPr/>
          <p:nvPr/>
        </p:nvSpPr>
        <p:spPr>
          <a:xfrm>
            <a:off x="9622971" y="4941511"/>
            <a:ext cx="1279072" cy="1290559"/>
          </a:xfrm>
          <a:prstGeom prst="borderCallout2">
            <a:avLst>
              <a:gd name="adj1" fmla="val 8246"/>
              <a:gd name="adj2" fmla="val 103684"/>
              <a:gd name="adj3" fmla="val -61424"/>
              <a:gd name="adj4" fmla="val 179867"/>
              <a:gd name="adj5" fmla="val -59263"/>
              <a:gd name="adj6" fmla="val -176929"/>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标注: 弯曲线形 25">
            <a:extLst>
              <a:ext uri="{FF2B5EF4-FFF2-40B4-BE49-F238E27FC236}">
                <a16:creationId xmlns:a16="http://schemas.microsoft.com/office/drawing/2014/main" id="{7C0CB5AF-7305-0480-F6A9-DC608F33DBC1}"/>
              </a:ext>
            </a:extLst>
          </p:cNvPr>
          <p:cNvSpPr/>
          <p:nvPr/>
        </p:nvSpPr>
        <p:spPr>
          <a:xfrm>
            <a:off x="8612639" y="5098166"/>
            <a:ext cx="891684" cy="928076"/>
          </a:xfrm>
          <a:prstGeom prst="borderCallout2">
            <a:avLst>
              <a:gd name="adj1" fmla="val 97337"/>
              <a:gd name="adj2" fmla="val -3450"/>
              <a:gd name="adj3" fmla="val 58304"/>
              <a:gd name="adj4" fmla="val -165239"/>
              <a:gd name="adj5" fmla="val 60682"/>
              <a:gd name="adj6" fmla="val -623768"/>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6CD56B23-0AFB-DCEC-98D8-4FADECB1531B}"/>
              </a:ext>
            </a:extLst>
          </p:cNvPr>
          <p:cNvSpPr txBox="1"/>
          <p:nvPr/>
        </p:nvSpPr>
        <p:spPr>
          <a:xfrm>
            <a:off x="9257030" y="6463906"/>
            <a:ext cx="954107" cy="276999"/>
          </a:xfrm>
          <a:prstGeom prst="rect">
            <a:avLst/>
          </a:prstGeom>
          <a:noFill/>
        </p:spPr>
        <p:txBody>
          <a:bodyPr wrap="none" rtlCol="0">
            <a:spAutoFit/>
          </a:bodyPr>
          <a:lstStyle/>
          <a:p>
            <a:r>
              <a:rPr lang="zh-CN" altLang="en-US" sz="1200" dirty="0"/>
              <a:t>实机示意图</a:t>
            </a:r>
          </a:p>
        </p:txBody>
      </p:sp>
    </p:spTree>
    <p:extLst>
      <p:ext uri="{BB962C8B-B14F-4D97-AF65-F5344CB8AC3E}">
        <p14:creationId xmlns:p14="http://schemas.microsoft.com/office/powerpoint/2010/main" val="1059987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23C20C97-3147-84BA-344C-D5873929AA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8568" y="1641090"/>
            <a:ext cx="5949922" cy="4408714"/>
          </a:xfrm>
          <a:prstGeom prst="rect">
            <a:avLst/>
          </a:prstGeom>
        </p:spPr>
      </p:pic>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normAutofit fontScale="90000"/>
          </a:bodyPr>
          <a:lstStyle/>
          <a:p>
            <a:pPr lvl="0" defTabSz="914400">
              <a:spcBef>
                <a:spcPts val="1000"/>
              </a:spcBef>
              <a:defRPr/>
            </a:pPr>
            <a:r>
              <a:rPr kumimoji="1" lang="zh-CN" altLang="en-US" sz="3600" dirty="0">
                <a:solidFill>
                  <a:srgbClr val="4472C4">
                    <a:lumMod val="50000"/>
                  </a:srgbClr>
                </a:solidFill>
                <a:cs typeface="+mn-ea"/>
                <a:sym typeface="+mn-lt"/>
              </a:rPr>
              <a:t>机器人机械结构设计</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ea typeface="思源黑体 CN Bold" panose="020B0800000000000000" pitchFamily="34" charset="-122"/>
              </a:rPr>
              <a:t>腿部结构设计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传动系统设计</a:t>
            </a: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4"/>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ea typeface="思源黑体 CN Bold" panose="020B0800000000000000" pitchFamily="34" charset="-122"/>
              </a:rPr>
              <a:t>电机选型与校核</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8" name="标注: 线形 7">
            <a:extLst>
              <a:ext uri="{FF2B5EF4-FFF2-40B4-BE49-F238E27FC236}">
                <a16:creationId xmlns:a16="http://schemas.microsoft.com/office/drawing/2014/main" id="{1304A76A-471E-3662-6A10-0E6638A700AF}"/>
              </a:ext>
            </a:extLst>
          </p:cNvPr>
          <p:cNvSpPr/>
          <p:nvPr/>
        </p:nvSpPr>
        <p:spPr>
          <a:xfrm>
            <a:off x="3848100" y="2901043"/>
            <a:ext cx="761474" cy="936171"/>
          </a:xfrm>
          <a:prstGeom prst="borderCallout1">
            <a:avLst>
              <a:gd name="adj1" fmla="val 797"/>
              <a:gd name="adj2" fmla="val 1522"/>
              <a:gd name="adj3" fmla="val -92118"/>
              <a:gd name="adj4" fmla="val -249790"/>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过程 23">
            <a:extLst>
              <a:ext uri="{FF2B5EF4-FFF2-40B4-BE49-F238E27FC236}">
                <a16:creationId xmlns:a16="http://schemas.microsoft.com/office/drawing/2014/main" id="{1A4EB200-9890-1C0C-E81A-312E780417B7}"/>
              </a:ext>
            </a:extLst>
          </p:cNvPr>
          <p:cNvSpPr/>
          <p:nvPr/>
        </p:nvSpPr>
        <p:spPr>
          <a:xfrm>
            <a:off x="290901" y="2038134"/>
            <a:ext cx="1671781" cy="2147423"/>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7E130209-D4CF-D5F5-6C6D-4DF2C34303F9}"/>
              </a:ext>
            </a:extLst>
          </p:cNvPr>
          <p:cNvCxnSpPr>
            <a:cxnSpLocks/>
          </p:cNvCxnSpPr>
          <p:nvPr/>
        </p:nvCxnSpPr>
        <p:spPr>
          <a:xfrm flipV="1">
            <a:off x="1989022" y="3837214"/>
            <a:ext cx="1859078" cy="348343"/>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9" name="圆角矩形 7">
            <a:extLst>
              <a:ext uri="{FF2B5EF4-FFF2-40B4-BE49-F238E27FC236}">
                <a16:creationId xmlns:a16="http://schemas.microsoft.com/office/drawing/2014/main" id="{25C7AE6D-D54E-C169-9B8D-556640E9A773}"/>
              </a:ext>
            </a:extLst>
          </p:cNvPr>
          <p:cNvSpPr/>
          <p:nvPr/>
        </p:nvSpPr>
        <p:spPr>
          <a:xfrm>
            <a:off x="197260" y="4492101"/>
            <a:ext cx="1977891" cy="2176308"/>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FBD7EC71-FD81-DD80-62B6-41A9724DBA75}"/>
              </a:ext>
            </a:extLst>
          </p:cNvPr>
          <p:cNvSpPr txBox="1"/>
          <p:nvPr/>
        </p:nvSpPr>
        <p:spPr>
          <a:xfrm>
            <a:off x="227927" y="4397595"/>
            <a:ext cx="1916559" cy="2270814"/>
          </a:xfrm>
          <a:prstGeom prst="rect">
            <a:avLst/>
          </a:prstGeom>
          <a:noFill/>
        </p:spPr>
        <p:txBody>
          <a:bodyPr wrap="square">
            <a:spAutoFit/>
          </a:bodyPr>
          <a:lstStyle/>
          <a:p>
            <a:pPr latinLnBrk="1">
              <a:lnSpc>
                <a:spcPct val="150000"/>
              </a:lnSpc>
            </a:pPr>
            <a:r>
              <a:rPr lang="zh-CN" altLang="en-US" sz="1600" dirty="0">
                <a:latin typeface="+mn-ea"/>
              </a:rPr>
              <a:t>连杆驱动电机选用额定扭矩</a:t>
            </a:r>
            <a:r>
              <a:rPr lang="en-US" altLang="zh-CN" sz="1600" dirty="0">
                <a:latin typeface="+mn-ea"/>
              </a:rPr>
              <a:t>3N·m</a:t>
            </a:r>
            <a:r>
              <a:rPr lang="zh-CN" altLang="en-US" sz="1600" dirty="0">
                <a:latin typeface="+mn-ea"/>
              </a:rPr>
              <a:t>、峰值扭矩</a:t>
            </a:r>
            <a:r>
              <a:rPr lang="en-US" altLang="zh-CN" sz="1600" dirty="0">
                <a:latin typeface="+mn-ea"/>
              </a:rPr>
              <a:t>7N·m</a:t>
            </a:r>
            <a:r>
              <a:rPr lang="zh-CN" altLang="en-US" sz="1600" dirty="0">
                <a:latin typeface="+mn-ea"/>
              </a:rPr>
              <a:t>的无刷减速电机，</a:t>
            </a:r>
            <a:r>
              <a:rPr lang="zh-CN" altLang="en-US" sz="1600" dirty="0"/>
              <a:t>满足站立平衡和腿部快速调节需求</a:t>
            </a:r>
            <a:endParaRPr lang="en-US" altLang="zh-CN" sz="1600" dirty="0">
              <a:latin typeface="+mn-ea"/>
            </a:endParaRPr>
          </a:p>
        </p:txBody>
      </p:sp>
      <p:sp>
        <p:nvSpPr>
          <p:cNvPr id="7" name="椭圆 6">
            <a:extLst>
              <a:ext uri="{FF2B5EF4-FFF2-40B4-BE49-F238E27FC236}">
                <a16:creationId xmlns:a16="http://schemas.microsoft.com/office/drawing/2014/main" id="{9B4DC41F-95FB-402D-0FC5-BB7AB0138450}"/>
              </a:ext>
            </a:extLst>
          </p:cNvPr>
          <p:cNvSpPr/>
          <p:nvPr/>
        </p:nvSpPr>
        <p:spPr>
          <a:xfrm>
            <a:off x="8384849"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椭圆 8">
            <a:extLst>
              <a:ext uri="{FF2B5EF4-FFF2-40B4-BE49-F238E27FC236}">
                <a16:creationId xmlns:a16="http://schemas.microsoft.com/office/drawing/2014/main" id="{BCE2A2C6-A0D1-48D5-132A-71ADCB69FB86}"/>
              </a:ext>
            </a:extLst>
          </p:cNvPr>
          <p:cNvSpPr/>
          <p:nvPr/>
        </p:nvSpPr>
        <p:spPr>
          <a:xfrm>
            <a:off x="520857"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5292E999-98D3-148F-D2AB-AC4FE7A80215}"/>
              </a:ext>
            </a:extLst>
          </p:cNvPr>
          <p:cNvPicPr>
            <a:picLocks noChangeAspect="1"/>
          </p:cNvPicPr>
          <p:nvPr/>
        </p:nvPicPr>
        <p:blipFill>
          <a:blip r:embed="rId5"/>
          <a:stretch>
            <a:fillRect/>
          </a:stretch>
        </p:blipFill>
        <p:spPr>
          <a:xfrm>
            <a:off x="379065" y="2291767"/>
            <a:ext cx="1521793" cy="1676076"/>
          </a:xfrm>
          <a:prstGeom prst="rect">
            <a:avLst/>
          </a:prstGeom>
        </p:spPr>
      </p:pic>
      <p:sp>
        <p:nvSpPr>
          <p:cNvPr id="31" name="文本框 30">
            <a:extLst>
              <a:ext uri="{FF2B5EF4-FFF2-40B4-BE49-F238E27FC236}">
                <a16:creationId xmlns:a16="http://schemas.microsoft.com/office/drawing/2014/main" id="{9E577B1F-2960-A383-505F-75A3BF5B968B}"/>
              </a:ext>
            </a:extLst>
          </p:cNvPr>
          <p:cNvSpPr txBox="1"/>
          <p:nvPr/>
        </p:nvSpPr>
        <p:spPr>
          <a:xfrm>
            <a:off x="5155151" y="6105559"/>
            <a:ext cx="1279517" cy="276999"/>
          </a:xfrm>
          <a:prstGeom prst="rect">
            <a:avLst/>
          </a:prstGeom>
          <a:noFill/>
        </p:spPr>
        <p:txBody>
          <a:bodyPr wrap="none" rtlCol="0">
            <a:spAutoFit/>
          </a:bodyPr>
          <a:lstStyle/>
          <a:p>
            <a:r>
              <a:rPr lang="zh-CN" altLang="en-US" sz="1200" dirty="0"/>
              <a:t>整机装配示意图</a:t>
            </a:r>
          </a:p>
        </p:txBody>
      </p:sp>
      <p:sp>
        <p:nvSpPr>
          <p:cNvPr id="32" name="标注: 线形 31">
            <a:extLst>
              <a:ext uri="{FF2B5EF4-FFF2-40B4-BE49-F238E27FC236}">
                <a16:creationId xmlns:a16="http://schemas.microsoft.com/office/drawing/2014/main" id="{B7AAE7FD-BA5A-A73B-B18E-DF4A301B05DC}"/>
              </a:ext>
            </a:extLst>
          </p:cNvPr>
          <p:cNvSpPr/>
          <p:nvPr/>
        </p:nvSpPr>
        <p:spPr>
          <a:xfrm>
            <a:off x="6682862" y="4605360"/>
            <a:ext cx="761474" cy="936171"/>
          </a:xfrm>
          <a:prstGeom prst="borderCallout1">
            <a:avLst>
              <a:gd name="adj1" fmla="val -947"/>
              <a:gd name="adj2" fmla="val 98732"/>
              <a:gd name="adj3" fmla="val -277002"/>
              <a:gd name="adj4" fmla="val 407092"/>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流程图: 过程 35">
            <a:extLst>
              <a:ext uri="{FF2B5EF4-FFF2-40B4-BE49-F238E27FC236}">
                <a16:creationId xmlns:a16="http://schemas.microsoft.com/office/drawing/2014/main" id="{F81D09CC-67C0-F67C-B85B-657F8106BF8A}"/>
              </a:ext>
            </a:extLst>
          </p:cNvPr>
          <p:cNvSpPr/>
          <p:nvPr/>
        </p:nvSpPr>
        <p:spPr>
          <a:xfrm>
            <a:off x="9798022" y="2016363"/>
            <a:ext cx="1961400" cy="1894114"/>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69CC0A34-0D31-938A-998D-CA5A3518DCF0}"/>
              </a:ext>
            </a:extLst>
          </p:cNvPr>
          <p:cNvCxnSpPr>
            <a:cxnSpLocks/>
          </p:cNvCxnSpPr>
          <p:nvPr/>
        </p:nvCxnSpPr>
        <p:spPr>
          <a:xfrm flipV="1">
            <a:off x="7444336" y="3910477"/>
            <a:ext cx="2360761" cy="1631054"/>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pic>
        <p:nvPicPr>
          <p:cNvPr id="40" name="图片 39">
            <a:extLst>
              <a:ext uri="{FF2B5EF4-FFF2-40B4-BE49-F238E27FC236}">
                <a16:creationId xmlns:a16="http://schemas.microsoft.com/office/drawing/2014/main" id="{743687F4-7351-6FC6-69E5-B48B0CDF8726}"/>
              </a:ext>
            </a:extLst>
          </p:cNvPr>
          <p:cNvPicPr>
            <a:picLocks noChangeAspect="1"/>
          </p:cNvPicPr>
          <p:nvPr/>
        </p:nvPicPr>
        <p:blipFill>
          <a:blip r:embed="rId6"/>
          <a:stretch>
            <a:fillRect/>
          </a:stretch>
        </p:blipFill>
        <p:spPr>
          <a:xfrm>
            <a:off x="9924237" y="2205182"/>
            <a:ext cx="1739516" cy="1494837"/>
          </a:xfrm>
          <a:prstGeom prst="rect">
            <a:avLst/>
          </a:prstGeom>
        </p:spPr>
      </p:pic>
      <p:sp>
        <p:nvSpPr>
          <p:cNvPr id="45" name="圆角矩形 7">
            <a:extLst>
              <a:ext uri="{FF2B5EF4-FFF2-40B4-BE49-F238E27FC236}">
                <a16:creationId xmlns:a16="http://schemas.microsoft.com/office/drawing/2014/main" id="{82F36B5A-1D76-2DE0-A2AA-516C03BD2818}"/>
              </a:ext>
            </a:extLst>
          </p:cNvPr>
          <p:cNvSpPr/>
          <p:nvPr/>
        </p:nvSpPr>
        <p:spPr>
          <a:xfrm>
            <a:off x="9793314" y="4341443"/>
            <a:ext cx="1977891" cy="1532022"/>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33328F03-BA69-3B15-207D-BB375C7C6F36}"/>
              </a:ext>
            </a:extLst>
          </p:cNvPr>
          <p:cNvSpPr txBox="1"/>
          <p:nvPr/>
        </p:nvSpPr>
        <p:spPr>
          <a:xfrm>
            <a:off x="9823981" y="4246937"/>
            <a:ext cx="1916559" cy="1532022"/>
          </a:xfrm>
          <a:prstGeom prst="rect">
            <a:avLst/>
          </a:prstGeom>
          <a:noFill/>
        </p:spPr>
        <p:txBody>
          <a:bodyPr wrap="square">
            <a:spAutoFit/>
          </a:bodyPr>
          <a:lstStyle/>
          <a:p>
            <a:pPr latinLnBrk="1">
              <a:lnSpc>
                <a:spcPct val="150000"/>
              </a:lnSpc>
            </a:pPr>
            <a:r>
              <a:rPr lang="zh-CN" altLang="en-US" sz="1600" dirty="0">
                <a:latin typeface="+mn-ea"/>
              </a:rPr>
              <a:t>选轮毂电机额定扭矩为</a:t>
            </a:r>
            <a:r>
              <a:rPr lang="en-US" altLang="zh-CN" sz="1600" dirty="0">
                <a:latin typeface="+mn-ea"/>
              </a:rPr>
              <a:t>2.46N·m</a:t>
            </a:r>
            <a:r>
              <a:rPr lang="zh-CN" altLang="en-US" sz="1600" dirty="0">
                <a:latin typeface="+mn-ea"/>
              </a:rPr>
              <a:t>，可满足平地加速和一定坡度爬升需求</a:t>
            </a:r>
            <a:endParaRPr lang="en-US" altLang="zh-CN" sz="1600" dirty="0">
              <a:latin typeface="+mn-ea"/>
            </a:endParaRPr>
          </a:p>
        </p:txBody>
      </p:sp>
    </p:spTree>
    <p:extLst>
      <p:ext uri="{BB962C8B-B14F-4D97-AF65-F5344CB8AC3E}">
        <p14:creationId xmlns:p14="http://schemas.microsoft.com/office/powerpoint/2010/main" val="1510694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AD38-BD05-2892-468B-768B840CD56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62BB0BB-4E72-0008-CFF2-0437ECD2E868}"/>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902DF54E-D3BE-5C40-71CE-69176BD82E32}"/>
              </a:ext>
            </a:extLst>
          </p:cNvPr>
          <p:cNvSpPr/>
          <p:nvPr/>
        </p:nvSpPr>
        <p:spPr>
          <a:xfrm flipV="1">
            <a:off x="4014842" y="1247552"/>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C595900-94AC-3013-A3E8-8CF3E111E159}"/>
              </a:ext>
            </a:extLst>
          </p:cNvPr>
          <p:cNvSpPr/>
          <p:nvPr/>
        </p:nvSpPr>
        <p:spPr>
          <a:xfrm flipV="1">
            <a:off x="3595465" y="1213181"/>
            <a:ext cx="838755"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802DB0B6-C07F-E0E8-C748-14B639C5E8E0}"/>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D450D37D-1F6A-200B-D355-15F5E21F8D1A}"/>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4427ADC-A243-8C7D-A6DB-F763D1474E58}"/>
              </a:ext>
            </a:extLst>
          </p:cNvPr>
          <p:cNvSpPr/>
          <p:nvPr/>
        </p:nvSpPr>
        <p:spPr>
          <a:xfrm flipV="1">
            <a:off x="3597012" y="2318036"/>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34A0537-AE5B-9EB6-472B-F8A2EE0E1917}"/>
              </a:ext>
            </a:extLst>
          </p:cNvPr>
          <p:cNvSpPr/>
          <p:nvPr/>
        </p:nvSpPr>
        <p:spPr>
          <a:xfrm flipV="1">
            <a:off x="4014842" y="235240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BF3AB5C-B17C-4058-C606-74DB8E2D9BC1}"/>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8FD07C5D-DBE6-1872-ABCF-61B11B15385B}"/>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E3150E0-587D-ED6E-34CA-AC59E15CB15C}"/>
              </a:ext>
            </a:extLst>
          </p:cNvPr>
          <p:cNvSpPr/>
          <p:nvPr/>
        </p:nvSpPr>
        <p:spPr>
          <a:xfrm flipV="1">
            <a:off x="4037785" y="35074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F50041DE-4F25-981F-C77B-BEB8AB726D0B}"/>
              </a:ext>
            </a:extLst>
          </p:cNvPr>
          <p:cNvSpPr/>
          <p:nvPr/>
        </p:nvSpPr>
        <p:spPr>
          <a:xfrm flipV="1">
            <a:off x="3621504" y="34730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AEA66168-82E0-372A-1642-06EDD218BEDE}"/>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39FE59A4-D735-F54F-34C7-4DDB90D79FF6}"/>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CDEE4BE3-62B6-61A4-3E75-B7F5B504E4BD}"/>
              </a:ext>
            </a:extLst>
          </p:cNvPr>
          <p:cNvSpPr/>
          <p:nvPr/>
        </p:nvSpPr>
        <p:spPr>
          <a:xfrm flipV="1">
            <a:off x="4016389" y="467072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D2DC0ADF-573B-27D1-F868-5EE2528A7AC8}"/>
              </a:ext>
            </a:extLst>
          </p:cNvPr>
          <p:cNvSpPr/>
          <p:nvPr/>
        </p:nvSpPr>
        <p:spPr>
          <a:xfrm flipV="1">
            <a:off x="3600108" y="4636353"/>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2C8F8C23-5FD9-3293-8B4C-96333167E210}"/>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00CB5818-BBC1-418A-F445-4DCDB5940B2C}"/>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E8585DBF-0A17-3C65-26E2-79FC838E0A76}"/>
              </a:ext>
            </a:extLst>
          </p:cNvPr>
          <p:cNvSpPr/>
          <p:nvPr/>
        </p:nvSpPr>
        <p:spPr>
          <a:xfrm flipV="1">
            <a:off x="4007210" y="5687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7D9BCBD7-96B1-ABEC-4B4E-D6649BF5A955}"/>
              </a:ext>
            </a:extLst>
          </p:cNvPr>
          <p:cNvSpPr/>
          <p:nvPr/>
        </p:nvSpPr>
        <p:spPr>
          <a:xfrm flipV="1">
            <a:off x="3590929" y="5652649"/>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918ABE75-EE27-8758-0C43-8825D515BB9C}"/>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F60375D1-FA44-F9F3-B59E-2CDD1CF33038}"/>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6222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9" name="圆角矩形 7">
            <a:extLst>
              <a:ext uri="{FF2B5EF4-FFF2-40B4-BE49-F238E27FC236}">
                <a16:creationId xmlns:a16="http://schemas.microsoft.com/office/drawing/2014/main" id="{C18749D4-B426-7AB9-37AA-CE0FB368C176}"/>
              </a:ext>
            </a:extLst>
          </p:cNvPr>
          <p:cNvSpPr/>
          <p:nvPr/>
        </p:nvSpPr>
        <p:spPr>
          <a:xfrm>
            <a:off x="271392" y="1706596"/>
            <a:ext cx="5565392" cy="436595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1811555" y="1529315"/>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系统简化图</a:t>
            </a:r>
          </a:p>
        </p:txBody>
      </p:sp>
      <p:pic>
        <p:nvPicPr>
          <p:cNvPr id="4" name="图片 3">
            <a:extLst>
              <a:ext uri="{FF2B5EF4-FFF2-40B4-BE49-F238E27FC236}">
                <a16:creationId xmlns:a16="http://schemas.microsoft.com/office/drawing/2014/main" id="{F7D677E8-7AB0-59ED-3156-2C0B282A972A}"/>
              </a:ext>
            </a:extLst>
          </p:cNvPr>
          <p:cNvPicPr>
            <a:picLocks noChangeAspect="1"/>
          </p:cNvPicPr>
          <p:nvPr/>
        </p:nvPicPr>
        <p:blipFill>
          <a:blip r:embed="rId3"/>
          <a:stretch>
            <a:fillRect/>
          </a:stretch>
        </p:blipFill>
        <p:spPr>
          <a:xfrm>
            <a:off x="11442421" y="625929"/>
            <a:ext cx="720898" cy="343915"/>
          </a:xfrm>
          <a:prstGeom prst="rect">
            <a:avLst/>
          </a:prstGeom>
        </p:spPr>
      </p:pic>
      <p:sp>
        <p:nvSpPr>
          <p:cNvPr id="20" name="圆角矩形 7">
            <a:extLst>
              <a:ext uri="{FF2B5EF4-FFF2-40B4-BE49-F238E27FC236}">
                <a16:creationId xmlns:a16="http://schemas.microsoft.com/office/drawing/2014/main" id="{A157118D-0067-86AA-4711-054371C14A19}"/>
              </a:ext>
            </a:extLst>
          </p:cNvPr>
          <p:cNvSpPr/>
          <p:nvPr/>
        </p:nvSpPr>
        <p:spPr>
          <a:xfrm>
            <a:off x="7625391" y="1455546"/>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7">
            <a:extLst>
              <a:ext uri="{FF2B5EF4-FFF2-40B4-BE49-F238E27FC236}">
                <a16:creationId xmlns:a16="http://schemas.microsoft.com/office/drawing/2014/main" id="{67F2AF0A-1592-20E8-3958-2DE6D26BA74C}"/>
              </a:ext>
            </a:extLst>
          </p:cNvPr>
          <p:cNvSpPr/>
          <p:nvPr/>
        </p:nvSpPr>
        <p:spPr>
          <a:xfrm>
            <a:off x="7625390" y="4138244"/>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87C3A43-FAD0-C98D-694F-0D7559BFD6A0}"/>
              </a:ext>
            </a:extLst>
          </p:cNvPr>
          <p:cNvSpPr/>
          <p:nvPr/>
        </p:nvSpPr>
        <p:spPr>
          <a:xfrm>
            <a:off x="5920865" y="3773196"/>
            <a:ext cx="1590278" cy="354162"/>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8">
            <a:extLst>
              <a:ext uri="{FF2B5EF4-FFF2-40B4-BE49-F238E27FC236}">
                <a16:creationId xmlns:a16="http://schemas.microsoft.com/office/drawing/2014/main" id="{142F3E8C-64D1-837F-06FD-6E15BB170C87}"/>
              </a:ext>
            </a:extLst>
          </p:cNvPr>
          <p:cNvSpPr/>
          <p:nvPr/>
        </p:nvSpPr>
        <p:spPr>
          <a:xfrm>
            <a:off x="8894749" y="1324687"/>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运动学</a:t>
            </a:r>
          </a:p>
        </p:txBody>
      </p:sp>
      <p:sp>
        <p:nvSpPr>
          <p:cNvPr id="25" name="圆角矩形 8">
            <a:extLst>
              <a:ext uri="{FF2B5EF4-FFF2-40B4-BE49-F238E27FC236}">
                <a16:creationId xmlns:a16="http://schemas.microsoft.com/office/drawing/2014/main" id="{56DA3C2F-A02D-C975-C9D3-58CCBFBC6292}"/>
              </a:ext>
            </a:extLst>
          </p:cNvPr>
          <p:cNvSpPr/>
          <p:nvPr/>
        </p:nvSpPr>
        <p:spPr>
          <a:xfrm>
            <a:off x="8930902" y="3994728"/>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动力学</a:t>
            </a:r>
          </a:p>
        </p:txBody>
      </p:sp>
      <p:pic>
        <p:nvPicPr>
          <p:cNvPr id="27" name="图片 26" descr="图片包含 图表&#10;&#10;AI 生成的内容可能不正确。">
            <a:extLst>
              <a:ext uri="{FF2B5EF4-FFF2-40B4-BE49-F238E27FC236}">
                <a16:creationId xmlns:a16="http://schemas.microsoft.com/office/drawing/2014/main" id="{170717D3-51B2-BF04-76F8-1E0C52CDD4F1}"/>
              </a:ext>
            </a:extLst>
          </p:cNvPr>
          <p:cNvPicPr>
            <a:picLocks noChangeAspect="1"/>
          </p:cNvPicPr>
          <p:nvPr/>
        </p:nvPicPr>
        <p:blipFill>
          <a:blip r:embed="rId4"/>
          <a:stretch>
            <a:fillRect/>
          </a:stretch>
        </p:blipFill>
        <p:spPr>
          <a:xfrm>
            <a:off x="8930902" y="1827596"/>
            <a:ext cx="1626159" cy="470122"/>
          </a:xfrm>
          <a:prstGeom prst="rect">
            <a:avLst/>
          </a:prstGeom>
        </p:spPr>
      </p:pic>
      <p:pic>
        <p:nvPicPr>
          <p:cNvPr id="29" name="图片 28" descr="图表&#10;&#10;AI 生成的内容可能不正确。">
            <a:extLst>
              <a:ext uri="{FF2B5EF4-FFF2-40B4-BE49-F238E27FC236}">
                <a16:creationId xmlns:a16="http://schemas.microsoft.com/office/drawing/2014/main" id="{71770ADB-5283-D5EA-06DD-E766A3534614}"/>
              </a:ext>
            </a:extLst>
          </p:cNvPr>
          <p:cNvPicPr>
            <a:picLocks noChangeAspect="1"/>
          </p:cNvPicPr>
          <p:nvPr/>
        </p:nvPicPr>
        <p:blipFill>
          <a:blip r:embed="rId5"/>
          <a:stretch>
            <a:fillRect/>
          </a:stretch>
        </p:blipFill>
        <p:spPr>
          <a:xfrm>
            <a:off x="8652319" y="2353222"/>
            <a:ext cx="2337135" cy="455480"/>
          </a:xfrm>
          <a:prstGeom prst="rect">
            <a:avLst/>
          </a:prstGeom>
        </p:spPr>
      </p:pic>
      <p:pic>
        <p:nvPicPr>
          <p:cNvPr id="31" name="图片 30">
            <a:extLst>
              <a:ext uri="{FF2B5EF4-FFF2-40B4-BE49-F238E27FC236}">
                <a16:creationId xmlns:a16="http://schemas.microsoft.com/office/drawing/2014/main" id="{299A7740-5EB2-56EF-4647-6A5387E6B468}"/>
              </a:ext>
            </a:extLst>
          </p:cNvPr>
          <p:cNvPicPr>
            <a:picLocks noChangeAspect="1"/>
          </p:cNvPicPr>
          <p:nvPr/>
        </p:nvPicPr>
        <p:blipFill>
          <a:blip r:embed="rId6"/>
          <a:stretch>
            <a:fillRect/>
          </a:stretch>
        </p:blipFill>
        <p:spPr>
          <a:xfrm>
            <a:off x="8821852" y="2910490"/>
            <a:ext cx="2071540" cy="277232"/>
          </a:xfrm>
          <a:prstGeom prst="rect">
            <a:avLst/>
          </a:prstGeom>
        </p:spPr>
      </p:pic>
      <p:sp>
        <p:nvSpPr>
          <p:cNvPr id="32" name="文本框 31">
            <a:extLst>
              <a:ext uri="{FF2B5EF4-FFF2-40B4-BE49-F238E27FC236}">
                <a16:creationId xmlns:a16="http://schemas.microsoft.com/office/drawing/2014/main" id="{C8C87D47-46CA-E9D0-2A33-EF7A183DBFC5}"/>
              </a:ext>
            </a:extLst>
          </p:cNvPr>
          <p:cNvSpPr txBox="1"/>
          <p:nvPr/>
        </p:nvSpPr>
        <p:spPr>
          <a:xfrm>
            <a:off x="9482524" y="2998492"/>
            <a:ext cx="750196" cy="707886"/>
          </a:xfrm>
          <a:prstGeom prst="rect">
            <a:avLst/>
          </a:prstGeom>
          <a:noFill/>
        </p:spPr>
        <p:txBody>
          <a:bodyPr wrap="square" rtlCol="0">
            <a:spAutoFit/>
          </a:bodyPr>
          <a:lstStyle/>
          <a:p>
            <a:pPr algn="ctr"/>
            <a:r>
              <a:rPr lang="en-US" altLang="zh-CN" sz="4000" dirty="0"/>
              <a:t>…</a:t>
            </a:r>
            <a:endParaRPr lang="zh-CN" altLang="en-US" sz="4000" dirty="0"/>
          </a:p>
        </p:txBody>
      </p:sp>
      <p:pic>
        <p:nvPicPr>
          <p:cNvPr id="34" name="图片 33">
            <a:extLst>
              <a:ext uri="{FF2B5EF4-FFF2-40B4-BE49-F238E27FC236}">
                <a16:creationId xmlns:a16="http://schemas.microsoft.com/office/drawing/2014/main" id="{114E1DF3-941D-8880-9728-D98C4B9E1DB2}"/>
              </a:ext>
            </a:extLst>
          </p:cNvPr>
          <p:cNvPicPr>
            <a:picLocks noChangeAspect="1"/>
          </p:cNvPicPr>
          <p:nvPr/>
        </p:nvPicPr>
        <p:blipFill>
          <a:blip r:embed="rId7"/>
          <a:stretch>
            <a:fillRect/>
          </a:stretch>
        </p:blipFill>
        <p:spPr>
          <a:xfrm>
            <a:off x="8980470" y="4488602"/>
            <a:ext cx="1912922" cy="326597"/>
          </a:xfrm>
          <a:prstGeom prst="rect">
            <a:avLst/>
          </a:prstGeom>
        </p:spPr>
      </p:pic>
      <p:pic>
        <p:nvPicPr>
          <p:cNvPr id="36" name="图片 35">
            <a:extLst>
              <a:ext uri="{FF2B5EF4-FFF2-40B4-BE49-F238E27FC236}">
                <a16:creationId xmlns:a16="http://schemas.microsoft.com/office/drawing/2014/main" id="{67A21B2A-958C-ABF7-FF91-DA6123D49CA5}"/>
              </a:ext>
            </a:extLst>
          </p:cNvPr>
          <p:cNvPicPr>
            <a:picLocks noChangeAspect="1"/>
          </p:cNvPicPr>
          <p:nvPr/>
        </p:nvPicPr>
        <p:blipFill>
          <a:blip r:embed="rId8"/>
          <a:stretch>
            <a:fillRect/>
          </a:stretch>
        </p:blipFill>
        <p:spPr>
          <a:xfrm>
            <a:off x="9043756" y="4916987"/>
            <a:ext cx="1892586" cy="326597"/>
          </a:xfrm>
          <a:prstGeom prst="rect">
            <a:avLst/>
          </a:prstGeom>
        </p:spPr>
      </p:pic>
      <p:pic>
        <p:nvPicPr>
          <p:cNvPr id="38" name="图片 37">
            <a:extLst>
              <a:ext uri="{FF2B5EF4-FFF2-40B4-BE49-F238E27FC236}">
                <a16:creationId xmlns:a16="http://schemas.microsoft.com/office/drawing/2014/main" id="{397A51B4-91BC-0CFD-85FD-76BA03E9E955}"/>
              </a:ext>
            </a:extLst>
          </p:cNvPr>
          <p:cNvPicPr>
            <a:picLocks noChangeAspect="1"/>
          </p:cNvPicPr>
          <p:nvPr/>
        </p:nvPicPr>
        <p:blipFill>
          <a:blip r:embed="rId9"/>
          <a:stretch>
            <a:fillRect/>
          </a:stretch>
        </p:blipFill>
        <p:spPr>
          <a:xfrm>
            <a:off x="8524697" y="5361938"/>
            <a:ext cx="2765185" cy="326597"/>
          </a:xfrm>
          <a:prstGeom prst="rect">
            <a:avLst/>
          </a:prstGeom>
        </p:spPr>
      </p:pic>
      <p:pic>
        <p:nvPicPr>
          <p:cNvPr id="40" name="图片 39">
            <a:extLst>
              <a:ext uri="{FF2B5EF4-FFF2-40B4-BE49-F238E27FC236}">
                <a16:creationId xmlns:a16="http://schemas.microsoft.com/office/drawing/2014/main" id="{3E61782B-C9D5-C757-7110-CCBA92F2BC95}"/>
              </a:ext>
            </a:extLst>
          </p:cNvPr>
          <p:cNvPicPr>
            <a:picLocks noChangeAspect="1"/>
          </p:cNvPicPr>
          <p:nvPr/>
        </p:nvPicPr>
        <p:blipFill>
          <a:blip r:embed="rId10"/>
          <a:stretch>
            <a:fillRect/>
          </a:stretch>
        </p:blipFill>
        <p:spPr>
          <a:xfrm>
            <a:off x="9086706" y="5803259"/>
            <a:ext cx="1849636" cy="269295"/>
          </a:xfrm>
          <a:prstGeom prst="rect">
            <a:avLst/>
          </a:prstGeom>
        </p:spPr>
      </p:pic>
      <p:sp>
        <p:nvSpPr>
          <p:cNvPr id="41" name="文本框 40">
            <a:extLst>
              <a:ext uri="{FF2B5EF4-FFF2-40B4-BE49-F238E27FC236}">
                <a16:creationId xmlns:a16="http://schemas.microsoft.com/office/drawing/2014/main" id="{85EBBD70-4360-1A72-9B98-C8DA5A98403E}"/>
              </a:ext>
            </a:extLst>
          </p:cNvPr>
          <p:cNvSpPr txBox="1"/>
          <p:nvPr/>
        </p:nvSpPr>
        <p:spPr>
          <a:xfrm>
            <a:off x="9514997" y="5749288"/>
            <a:ext cx="750196" cy="707886"/>
          </a:xfrm>
          <a:prstGeom prst="rect">
            <a:avLst/>
          </a:prstGeom>
          <a:noFill/>
        </p:spPr>
        <p:txBody>
          <a:bodyPr wrap="square" rtlCol="0">
            <a:spAutoFit/>
          </a:bodyPr>
          <a:lstStyle/>
          <a:p>
            <a:pPr algn="ctr"/>
            <a:r>
              <a:rPr lang="en-US" altLang="zh-CN" sz="4000" dirty="0"/>
              <a:t>…</a:t>
            </a:r>
            <a:endParaRPr lang="zh-CN" altLang="en-US" sz="4000" dirty="0"/>
          </a:p>
        </p:txBody>
      </p:sp>
      <p:sp>
        <p:nvSpPr>
          <p:cNvPr id="44" name="标题 1">
            <a:extLst>
              <a:ext uri="{FF2B5EF4-FFF2-40B4-BE49-F238E27FC236}">
                <a16:creationId xmlns:a16="http://schemas.microsoft.com/office/drawing/2014/main" id="{140801A5-1D93-2F68-9309-1C55670F95B5}"/>
              </a:ext>
            </a:extLst>
          </p:cNvPr>
          <p:cNvSpPr txBox="1">
            <a:spLocks/>
          </p:cNvSpPr>
          <p:nvPr/>
        </p:nvSpPr>
        <p:spPr>
          <a:xfrm>
            <a:off x="-5254"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pPr lvl="0" defTabSz="914400">
              <a:spcBef>
                <a:spcPts val="1000"/>
              </a:spcBef>
              <a:defRPr/>
            </a:pPr>
            <a:r>
              <a:rPr kumimoji="1" lang="zh-CN" altLang="en-US" sz="3200" dirty="0">
                <a:solidFill>
                  <a:srgbClr val="4472C4">
                    <a:lumMod val="50000"/>
                  </a:srgbClr>
                </a:solidFill>
                <a:cs typeface="+mn-ea"/>
                <a:sym typeface="+mn-lt"/>
              </a:rPr>
              <a:t>运动学与动力学建模</a:t>
            </a:r>
          </a:p>
        </p:txBody>
      </p:sp>
      <p:pic>
        <p:nvPicPr>
          <p:cNvPr id="2" name="图片 1">
            <a:extLst>
              <a:ext uri="{FF2B5EF4-FFF2-40B4-BE49-F238E27FC236}">
                <a16:creationId xmlns:a16="http://schemas.microsoft.com/office/drawing/2014/main" id="{1EABA662-A5F7-3264-ED68-12A0AF228450}"/>
              </a:ext>
            </a:extLst>
          </p:cNvPr>
          <p:cNvPicPr>
            <a:picLocks noChangeAspect="1"/>
          </p:cNvPicPr>
          <p:nvPr/>
        </p:nvPicPr>
        <p:blipFill>
          <a:blip r:embed="rId11"/>
          <a:stretch>
            <a:fillRect/>
          </a:stretch>
        </p:blipFill>
        <p:spPr>
          <a:xfrm>
            <a:off x="397379" y="2196057"/>
            <a:ext cx="2652382" cy="2392822"/>
          </a:xfrm>
          <a:prstGeom prst="rect">
            <a:avLst/>
          </a:prstGeom>
        </p:spPr>
      </p:pic>
      <p:pic>
        <p:nvPicPr>
          <p:cNvPr id="7" name="图片 6">
            <a:extLst>
              <a:ext uri="{FF2B5EF4-FFF2-40B4-BE49-F238E27FC236}">
                <a16:creationId xmlns:a16="http://schemas.microsoft.com/office/drawing/2014/main" id="{6782B6BD-9E40-5C60-DD5C-85860E0F6BAB}"/>
              </a:ext>
            </a:extLst>
          </p:cNvPr>
          <p:cNvPicPr>
            <a:picLocks noChangeAspect="1"/>
          </p:cNvPicPr>
          <p:nvPr/>
        </p:nvPicPr>
        <p:blipFill>
          <a:blip r:embed="rId12"/>
          <a:stretch>
            <a:fillRect/>
          </a:stretch>
        </p:blipFill>
        <p:spPr>
          <a:xfrm>
            <a:off x="2997871" y="2177105"/>
            <a:ext cx="2764519" cy="2615533"/>
          </a:xfrm>
          <a:prstGeom prst="rect">
            <a:avLst/>
          </a:prstGeom>
        </p:spPr>
      </p:pic>
      <p:sp>
        <p:nvSpPr>
          <p:cNvPr id="11" name="文本框 10">
            <a:extLst>
              <a:ext uri="{FF2B5EF4-FFF2-40B4-BE49-F238E27FC236}">
                <a16:creationId xmlns:a16="http://schemas.microsoft.com/office/drawing/2014/main" id="{2448B292-493C-8C6C-1FA4-B5D8A083A6AB}"/>
              </a:ext>
            </a:extLst>
          </p:cNvPr>
          <p:cNvSpPr txBox="1"/>
          <p:nvPr/>
        </p:nvSpPr>
        <p:spPr>
          <a:xfrm>
            <a:off x="367304" y="5266824"/>
            <a:ext cx="2704960" cy="424155"/>
          </a:xfrm>
          <a:prstGeom prst="rect">
            <a:avLst/>
          </a:prstGeom>
          <a:noFill/>
        </p:spPr>
        <p:txBody>
          <a:bodyPr wrap="square">
            <a:spAutoFit/>
          </a:bodyPr>
          <a:lstStyle/>
          <a:p>
            <a:pPr latinLnBrk="1">
              <a:lnSpc>
                <a:spcPct val="150000"/>
              </a:lnSpc>
            </a:pPr>
            <a:r>
              <a:rPr lang="zh-CN" altLang="en-US" sz="1600" dirty="0">
                <a:latin typeface="+mn-ea"/>
              </a:rPr>
              <a:t>复杂连杆、轴系、几何结构</a:t>
            </a:r>
            <a:endParaRPr lang="en-US" altLang="zh-CN" sz="1600" dirty="0">
              <a:latin typeface="+mn-ea"/>
            </a:endParaRPr>
          </a:p>
        </p:txBody>
      </p:sp>
      <p:sp>
        <p:nvSpPr>
          <p:cNvPr id="12" name="文本框 11">
            <a:extLst>
              <a:ext uri="{FF2B5EF4-FFF2-40B4-BE49-F238E27FC236}">
                <a16:creationId xmlns:a16="http://schemas.microsoft.com/office/drawing/2014/main" id="{BCEC1AFA-0FC5-38E4-D999-01A2B10D3B56}"/>
              </a:ext>
            </a:extLst>
          </p:cNvPr>
          <p:cNvSpPr txBox="1"/>
          <p:nvPr/>
        </p:nvSpPr>
        <p:spPr>
          <a:xfrm>
            <a:off x="3840305" y="5270405"/>
            <a:ext cx="1400206" cy="424155"/>
          </a:xfrm>
          <a:prstGeom prst="rect">
            <a:avLst/>
          </a:prstGeom>
          <a:noFill/>
        </p:spPr>
        <p:txBody>
          <a:bodyPr wrap="square">
            <a:spAutoFit/>
          </a:bodyPr>
          <a:lstStyle/>
          <a:p>
            <a:pPr latinLnBrk="1">
              <a:lnSpc>
                <a:spcPct val="150000"/>
              </a:lnSpc>
            </a:pPr>
            <a:r>
              <a:rPr lang="zh-CN" altLang="en-US" sz="1600" dirty="0">
                <a:latin typeface="+mn-ea"/>
              </a:rPr>
              <a:t>五刚体系统</a:t>
            </a:r>
            <a:endParaRPr lang="en-US" altLang="zh-CN" sz="1600" dirty="0">
              <a:latin typeface="+mn-ea"/>
            </a:endParaRPr>
          </a:p>
        </p:txBody>
      </p:sp>
      <p:sp>
        <p:nvSpPr>
          <p:cNvPr id="14" name="右箭头 27">
            <a:extLst>
              <a:ext uri="{FF2B5EF4-FFF2-40B4-BE49-F238E27FC236}">
                <a16:creationId xmlns:a16="http://schemas.microsoft.com/office/drawing/2014/main" id="{3998936C-6671-AAA4-193C-9F6A2CC51C3C}"/>
              </a:ext>
            </a:extLst>
          </p:cNvPr>
          <p:cNvSpPr/>
          <p:nvPr/>
        </p:nvSpPr>
        <p:spPr>
          <a:xfrm>
            <a:off x="3123681" y="5367683"/>
            <a:ext cx="584429" cy="320852"/>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descr="图示&#10;&#10;AI 生成的内容可能不正确。">
            <a:extLst>
              <a:ext uri="{FF2B5EF4-FFF2-40B4-BE49-F238E27FC236}">
                <a16:creationId xmlns:a16="http://schemas.microsoft.com/office/drawing/2014/main" id="{5BEFCF78-BAD8-E8AB-CCE1-D816AE01E21A}"/>
              </a:ext>
            </a:extLst>
          </p:cNvPr>
          <p:cNvPicPr>
            <a:picLocks noChangeAspect="1"/>
          </p:cNvPicPr>
          <p:nvPr/>
        </p:nvPicPr>
        <p:blipFill>
          <a:blip r:embed="rId13"/>
          <a:srcRect r="50425"/>
          <a:stretch>
            <a:fillRect/>
          </a:stretch>
        </p:blipFill>
        <p:spPr>
          <a:xfrm>
            <a:off x="6129584" y="2424835"/>
            <a:ext cx="1014553" cy="1348361"/>
          </a:xfrm>
          <a:prstGeom prst="rect">
            <a:avLst/>
          </a:prstGeom>
        </p:spPr>
      </p:pic>
      <p:sp>
        <p:nvSpPr>
          <p:cNvPr id="28" name="文本框 27">
            <a:extLst>
              <a:ext uri="{FF2B5EF4-FFF2-40B4-BE49-F238E27FC236}">
                <a16:creationId xmlns:a16="http://schemas.microsoft.com/office/drawing/2014/main" id="{0EFB1E57-4EDD-D6E4-CFDA-5D5394261792}"/>
              </a:ext>
            </a:extLst>
          </p:cNvPr>
          <p:cNvSpPr txBox="1"/>
          <p:nvPr/>
        </p:nvSpPr>
        <p:spPr>
          <a:xfrm>
            <a:off x="5983637" y="2067914"/>
            <a:ext cx="1400206" cy="424155"/>
          </a:xfrm>
          <a:prstGeom prst="rect">
            <a:avLst/>
          </a:prstGeom>
          <a:noFill/>
        </p:spPr>
        <p:txBody>
          <a:bodyPr wrap="square">
            <a:spAutoFit/>
          </a:bodyPr>
          <a:lstStyle/>
          <a:p>
            <a:pPr algn="ctr" latinLnBrk="1">
              <a:lnSpc>
                <a:spcPct val="150000"/>
              </a:lnSpc>
            </a:pPr>
            <a:r>
              <a:rPr lang="zh-CN" altLang="en-US" sz="1600" dirty="0">
                <a:latin typeface="+mn-ea"/>
              </a:rPr>
              <a:t>广义坐标</a:t>
            </a:r>
            <a:endParaRPr lang="en-US" altLang="zh-CN" sz="1600" dirty="0">
              <a:latin typeface="+mn-ea"/>
            </a:endParaRPr>
          </a:p>
        </p:txBody>
      </p:sp>
    </p:spTree>
    <p:extLst>
      <p:ext uri="{BB962C8B-B14F-4D97-AF65-F5344CB8AC3E}">
        <p14:creationId xmlns:p14="http://schemas.microsoft.com/office/powerpoint/2010/main" val="1266232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7BE2-6D7D-72DD-A691-AA150F009D80}"/>
            </a:ext>
          </a:extLst>
        </p:cNvPr>
        <p:cNvGrpSpPr/>
        <p:nvPr/>
      </p:nvGrpSpPr>
      <p:grpSpPr>
        <a:xfrm>
          <a:off x="0" y="0"/>
          <a:ext cx="0" cy="0"/>
          <a:chOff x="0" y="0"/>
          <a:chExt cx="0" cy="0"/>
        </a:xfrm>
      </p:grpSpPr>
      <p:sp>
        <p:nvSpPr>
          <p:cNvPr id="9" name="圆角矩形 7">
            <a:extLst>
              <a:ext uri="{FF2B5EF4-FFF2-40B4-BE49-F238E27FC236}">
                <a16:creationId xmlns:a16="http://schemas.microsoft.com/office/drawing/2014/main" id="{105EA0AC-D69D-8AD5-8077-DEDB37138D0E}"/>
              </a:ext>
            </a:extLst>
          </p:cNvPr>
          <p:cNvSpPr/>
          <p:nvPr/>
        </p:nvSpPr>
        <p:spPr>
          <a:xfrm>
            <a:off x="513017" y="1505984"/>
            <a:ext cx="5214726" cy="496013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D340480C-6828-7657-67E0-BB38D054A547}"/>
              </a:ext>
            </a:extLst>
          </p:cNvPr>
          <p:cNvSpPr/>
          <p:nvPr/>
        </p:nvSpPr>
        <p:spPr>
          <a:xfrm>
            <a:off x="1808253" y="128642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小角度线性化处理</a:t>
            </a:r>
          </a:p>
        </p:txBody>
      </p:sp>
      <p:pic>
        <p:nvPicPr>
          <p:cNvPr id="4" name="图片 3">
            <a:extLst>
              <a:ext uri="{FF2B5EF4-FFF2-40B4-BE49-F238E27FC236}">
                <a16:creationId xmlns:a16="http://schemas.microsoft.com/office/drawing/2014/main" id="{67DA3171-7D2C-0929-76CF-D43A5703E9DD}"/>
              </a:ext>
            </a:extLst>
          </p:cNvPr>
          <p:cNvPicPr>
            <a:picLocks noChangeAspect="1"/>
          </p:cNvPicPr>
          <p:nvPr/>
        </p:nvPicPr>
        <p:blipFill>
          <a:blip r:embed="rId3"/>
          <a:stretch>
            <a:fillRect/>
          </a:stretch>
        </p:blipFill>
        <p:spPr>
          <a:xfrm>
            <a:off x="11328833" y="712066"/>
            <a:ext cx="719789" cy="343386"/>
          </a:xfrm>
          <a:prstGeom prst="rect">
            <a:avLst/>
          </a:prstGeom>
        </p:spPr>
      </p:pic>
      <p:pic>
        <p:nvPicPr>
          <p:cNvPr id="8" name="图片 7">
            <a:extLst>
              <a:ext uri="{FF2B5EF4-FFF2-40B4-BE49-F238E27FC236}">
                <a16:creationId xmlns:a16="http://schemas.microsoft.com/office/drawing/2014/main" id="{A5C47904-0E6E-86F4-9460-F970A45F8945}"/>
              </a:ext>
            </a:extLst>
          </p:cNvPr>
          <p:cNvPicPr>
            <a:picLocks noChangeAspect="1"/>
          </p:cNvPicPr>
          <p:nvPr/>
        </p:nvPicPr>
        <p:blipFill>
          <a:blip r:embed="rId4"/>
          <a:stretch>
            <a:fillRect/>
          </a:stretch>
        </p:blipFill>
        <p:spPr>
          <a:xfrm>
            <a:off x="2156930" y="3036236"/>
            <a:ext cx="1836999" cy="365659"/>
          </a:xfrm>
          <a:prstGeom prst="rect">
            <a:avLst/>
          </a:prstGeom>
        </p:spPr>
      </p:pic>
      <p:sp>
        <p:nvSpPr>
          <p:cNvPr id="12" name="圆角矩形 7">
            <a:extLst>
              <a:ext uri="{FF2B5EF4-FFF2-40B4-BE49-F238E27FC236}">
                <a16:creationId xmlns:a16="http://schemas.microsoft.com/office/drawing/2014/main" id="{16C70254-97E1-F064-2475-7D6462A07623}"/>
              </a:ext>
            </a:extLst>
          </p:cNvPr>
          <p:cNvSpPr/>
          <p:nvPr/>
        </p:nvSpPr>
        <p:spPr>
          <a:xfrm>
            <a:off x="6199701" y="1551674"/>
            <a:ext cx="5289155" cy="491444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8">
            <a:extLst>
              <a:ext uri="{FF2B5EF4-FFF2-40B4-BE49-F238E27FC236}">
                <a16:creationId xmlns:a16="http://schemas.microsoft.com/office/drawing/2014/main" id="{FCACD4F6-F232-CA1F-5266-CE8D3D507B6F}"/>
              </a:ext>
            </a:extLst>
          </p:cNvPr>
          <p:cNvSpPr/>
          <p:nvPr/>
        </p:nvSpPr>
        <p:spPr>
          <a:xfrm>
            <a:off x="7532151" y="133211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状态空间方程</a:t>
            </a:r>
          </a:p>
        </p:txBody>
      </p:sp>
      <p:pic>
        <p:nvPicPr>
          <p:cNvPr id="26" name="图片 25" descr="散点图&#10;&#10;AI 生成的内容可能不正确。">
            <a:extLst>
              <a:ext uri="{FF2B5EF4-FFF2-40B4-BE49-F238E27FC236}">
                <a16:creationId xmlns:a16="http://schemas.microsoft.com/office/drawing/2014/main" id="{C534BA23-E0B6-AD74-2C10-990C1EE2212B}"/>
              </a:ext>
            </a:extLst>
          </p:cNvPr>
          <p:cNvPicPr>
            <a:picLocks noChangeAspect="1"/>
          </p:cNvPicPr>
          <p:nvPr/>
        </p:nvPicPr>
        <p:blipFill>
          <a:blip r:embed="rId5"/>
          <a:stretch>
            <a:fillRect/>
          </a:stretch>
        </p:blipFill>
        <p:spPr>
          <a:xfrm>
            <a:off x="559206" y="3622162"/>
            <a:ext cx="5078804" cy="643979"/>
          </a:xfrm>
          <a:prstGeom prst="rect">
            <a:avLst/>
          </a:prstGeom>
        </p:spPr>
      </p:pic>
      <p:pic>
        <p:nvPicPr>
          <p:cNvPr id="30" name="图片 29" descr="图形用户界面, Word&#10;&#10;AI 生成的内容可能不正确。">
            <a:extLst>
              <a:ext uri="{FF2B5EF4-FFF2-40B4-BE49-F238E27FC236}">
                <a16:creationId xmlns:a16="http://schemas.microsoft.com/office/drawing/2014/main" id="{8277DE69-DEB2-A7CB-7C37-55D07312CDAB}"/>
              </a:ext>
            </a:extLst>
          </p:cNvPr>
          <p:cNvPicPr>
            <a:picLocks noChangeAspect="1"/>
          </p:cNvPicPr>
          <p:nvPr/>
        </p:nvPicPr>
        <p:blipFill>
          <a:blip r:embed="rId6"/>
          <a:stretch>
            <a:fillRect/>
          </a:stretch>
        </p:blipFill>
        <p:spPr>
          <a:xfrm>
            <a:off x="1825058" y="4559734"/>
            <a:ext cx="2812278" cy="678401"/>
          </a:xfrm>
          <a:prstGeom prst="rect">
            <a:avLst/>
          </a:prstGeom>
        </p:spPr>
      </p:pic>
      <p:pic>
        <p:nvPicPr>
          <p:cNvPr id="35" name="图片 34" descr="手机屏幕的截图&#10;&#10;AI 生成的内容可能不正确。">
            <a:extLst>
              <a:ext uri="{FF2B5EF4-FFF2-40B4-BE49-F238E27FC236}">
                <a16:creationId xmlns:a16="http://schemas.microsoft.com/office/drawing/2014/main" id="{3D1D03E7-EEAD-7A46-6E28-24EFF02A0F85}"/>
              </a:ext>
            </a:extLst>
          </p:cNvPr>
          <p:cNvPicPr>
            <a:picLocks noChangeAspect="1"/>
          </p:cNvPicPr>
          <p:nvPr/>
        </p:nvPicPr>
        <p:blipFill>
          <a:blip r:embed="rId7"/>
          <a:stretch>
            <a:fillRect/>
          </a:stretch>
        </p:blipFill>
        <p:spPr>
          <a:xfrm>
            <a:off x="2227624" y="5531728"/>
            <a:ext cx="2007145" cy="787116"/>
          </a:xfrm>
          <a:prstGeom prst="rect">
            <a:avLst/>
          </a:prstGeom>
        </p:spPr>
      </p:pic>
      <p:pic>
        <p:nvPicPr>
          <p:cNvPr id="43" name="图片 42" descr="手机屏幕截图&#10;&#10;AI 生成的内容可能不正确。">
            <a:extLst>
              <a:ext uri="{FF2B5EF4-FFF2-40B4-BE49-F238E27FC236}">
                <a16:creationId xmlns:a16="http://schemas.microsoft.com/office/drawing/2014/main" id="{34F46321-9BB7-C12C-02F2-94AF1C081E8D}"/>
              </a:ext>
            </a:extLst>
          </p:cNvPr>
          <p:cNvPicPr>
            <a:picLocks noChangeAspect="1"/>
          </p:cNvPicPr>
          <p:nvPr/>
        </p:nvPicPr>
        <p:blipFill>
          <a:blip r:embed="rId8"/>
          <a:srcRect r="54100"/>
          <a:stretch>
            <a:fillRect/>
          </a:stretch>
        </p:blipFill>
        <p:spPr>
          <a:xfrm>
            <a:off x="10221687" y="2417615"/>
            <a:ext cx="854782" cy="851946"/>
          </a:xfrm>
          <a:prstGeom prst="rect">
            <a:avLst/>
          </a:prstGeom>
        </p:spPr>
      </p:pic>
      <p:pic>
        <p:nvPicPr>
          <p:cNvPr id="45" name="图片 44" descr="图示&#10;&#10;AI 生成的内容可能不正确。">
            <a:extLst>
              <a:ext uri="{FF2B5EF4-FFF2-40B4-BE49-F238E27FC236}">
                <a16:creationId xmlns:a16="http://schemas.microsoft.com/office/drawing/2014/main" id="{E7E9D947-66A1-90A8-04AA-61E924160020}"/>
              </a:ext>
            </a:extLst>
          </p:cNvPr>
          <p:cNvPicPr>
            <a:picLocks noChangeAspect="1"/>
          </p:cNvPicPr>
          <p:nvPr/>
        </p:nvPicPr>
        <p:blipFill>
          <a:blip r:embed="rId9"/>
          <a:stretch>
            <a:fillRect/>
          </a:stretch>
        </p:blipFill>
        <p:spPr>
          <a:xfrm>
            <a:off x="7708196" y="3456611"/>
            <a:ext cx="2685241" cy="1388326"/>
          </a:xfrm>
          <a:prstGeom prst="rect">
            <a:avLst/>
          </a:prstGeom>
        </p:spPr>
      </p:pic>
      <p:pic>
        <p:nvPicPr>
          <p:cNvPr id="47" name="图片 46" descr="图示&#10;&#10;AI 生成的内容可能不正确。">
            <a:extLst>
              <a:ext uri="{FF2B5EF4-FFF2-40B4-BE49-F238E27FC236}">
                <a16:creationId xmlns:a16="http://schemas.microsoft.com/office/drawing/2014/main" id="{61B7E506-3806-190C-FB03-03AFB684A776}"/>
              </a:ext>
            </a:extLst>
          </p:cNvPr>
          <p:cNvPicPr>
            <a:picLocks noChangeAspect="1"/>
          </p:cNvPicPr>
          <p:nvPr/>
        </p:nvPicPr>
        <p:blipFill>
          <a:blip r:embed="rId10"/>
          <a:stretch>
            <a:fillRect/>
          </a:stretch>
        </p:blipFill>
        <p:spPr>
          <a:xfrm>
            <a:off x="7708196" y="4981862"/>
            <a:ext cx="2752006" cy="1399525"/>
          </a:xfrm>
          <a:prstGeom prst="rect">
            <a:avLst/>
          </a:prstGeom>
        </p:spPr>
      </p:pic>
      <p:sp>
        <p:nvSpPr>
          <p:cNvPr id="50" name="标题 1">
            <a:extLst>
              <a:ext uri="{FF2B5EF4-FFF2-40B4-BE49-F238E27FC236}">
                <a16:creationId xmlns:a16="http://schemas.microsoft.com/office/drawing/2014/main" id="{EEF63422-FCB9-61DC-4486-DCDFF5901660}"/>
              </a:ext>
            </a:extLst>
          </p:cNvPr>
          <p:cNvSpPr>
            <a:spLocks noGrp="1"/>
          </p:cNvSpPr>
          <p:nvPr>
            <p:ph type="title"/>
          </p:nvPr>
        </p:nvSpPr>
        <p:spPr>
          <a:xfrm>
            <a:off x="-5254" y="271086"/>
            <a:ext cx="12192000" cy="564806"/>
          </a:xfrm>
        </p:spPr>
        <p:txBody>
          <a:bodyPr/>
          <a:lstStyle/>
          <a:p>
            <a:pPr lvl="0" defTabSz="914400">
              <a:spcBef>
                <a:spcPts val="1000"/>
              </a:spcBef>
              <a:defRPr/>
            </a:pPr>
            <a:r>
              <a:rPr kumimoji="1" lang="zh-CN" altLang="en-US" sz="3200" dirty="0">
                <a:solidFill>
                  <a:srgbClr val="4472C4">
                    <a:lumMod val="50000"/>
                  </a:srgbClr>
                </a:solidFill>
                <a:cs typeface="+mn-ea"/>
                <a:sym typeface="+mn-lt"/>
              </a:rPr>
              <a:t>运动学与动力学建模</a:t>
            </a:r>
          </a:p>
        </p:txBody>
      </p:sp>
      <p:sp>
        <p:nvSpPr>
          <p:cNvPr id="2" name="文本框 1">
            <a:extLst>
              <a:ext uri="{FF2B5EF4-FFF2-40B4-BE49-F238E27FC236}">
                <a16:creationId xmlns:a16="http://schemas.microsoft.com/office/drawing/2014/main" id="{6073E1A7-E3DC-8165-E79B-A2A35F129781}"/>
              </a:ext>
            </a:extLst>
          </p:cNvPr>
          <p:cNvSpPr txBox="1"/>
          <p:nvPr/>
        </p:nvSpPr>
        <p:spPr>
          <a:xfrm>
            <a:off x="1019764" y="1932905"/>
            <a:ext cx="2704960" cy="338554"/>
          </a:xfrm>
          <a:prstGeom prst="rect">
            <a:avLst/>
          </a:prstGeom>
          <a:noFill/>
        </p:spPr>
        <p:txBody>
          <a:bodyPr wrap="square">
            <a:spAutoFit/>
          </a:bodyPr>
          <a:lstStyle/>
          <a:p>
            <a:r>
              <a:rPr lang="zh-CN" altLang="en-US" sz="1600" b="1" dirty="0">
                <a:solidFill>
                  <a:srgbClr val="C00000"/>
                </a:solidFill>
              </a:rPr>
              <a:t>腿部摆角较小：</a:t>
            </a:r>
          </a:p>
        </p:txBody>
      </p:sp>
      <p:sp>
        <p:nvSpPr>
          <p:cNvPr id="7" name="文本框 6">
            <a:extLst>
              <a:ext uri="{FF2B5EF4-FFF2-40B4-BE49-F238E27FC236}">
                <a16:creationId xmlns:a16="http://schemas.microsoft.com/office/drawing/2014/main" id="{660BD7DF-4699-2E41-0235-1B1D7C4EAFD6}"/>
              </a:ext>
            </a:extLst>
          </p:cNvPr>
          <p:cNvSpPr txBox="1"/>
          <p:nvPr/>
        </p:nvSpPr>
        <p:spPr>
          <a:xfrm>
            <a:off x="1021842" y="2511497"/>
            <a:ext cx="3326742" cy="338554"/>
          </a:xfrm>
          <a:prstGeom prst="rect">
            <a:avLst/>
          </a:prstGeom>
          <a:noFill/>
        </p:spPr>
        <p:txBody>
          <a:bodyPr wrap="square">
            <a:spAutoFit/>
          </a:bodyPr>
          <a:lstStyle/>
          <a:p>
            <a:r>
              <a:rPr lang="zh-CN" altLang="en-US" sz="1600" b="1" dirty="0">
                <a:solidFill>
                  <a:srgbClr val="C00000"/>
                </a:solidFill>
              </a:rPr>
              <a:t>忽略高阶小量：</a:t>
            </a:r>
          </a:p>
        </p:txBody>
      </p:sp>
      <p:pic>
        <p:nvPicPr>
          <p:cNvPr id="11" name="图片 10">
            <a:extLst>
              <a:ext uri="{FF2B5EF4-FFF2-40B4-BE49-F238E27FC236}">
                <a16:creationId xmlns:a16="http://schemas.microsoft.com/office/drawing/2014/main" id="{33C06B78-7F3E-34F2-6827-75680BDF9B29}"/>
              </a:ext>
            </a:extLst>
          </p:cNvPr>
          <p:cNvPicPr>
            <a:picLocks noChangeAspect="1"/>
          </p:cNvPicPr>
          <p:nvPr/>
        </p:nvPicPr>
        <p:blipFill>
          <a:blip r:embed="rId11"/>
          <a:stretch>
            <a:fillRect/>
          </a:stretch>
        </p:blipFill>
        <p:spPr>
          <a:xfrm>
            <a:off x="2618106" y="1932905"/>
            <a:ext cx="2344330" cy="338554"/>
          </a:xfrm>
          <a:prstGeom prst="rect">
            <a:avLst/>
          </a:prstGeom>
        </p:spPr>
      </p:pic>
      <p:pic>
        <p:nvPicPr>
          <p:cNvPr id="18" name="图片 17">
            <a:extLst>
              <a:ext uri="{FF2B5EF4-FFF2-40B4-BE49-F238E27FC236}">
                <a16:creationId xmlns:a16="http://schemas.microsoft.com/office/drawing/2014/main" id="{A95DC701-2DE8-F157-8035-0557EA9BC322}"/>
              </a:ext>
            </a:extLst>
          </p:cNvPr>
          <p:cNvPicPr>
            <a:picLocks noChangeAspect="1"/>
          </p:cNvPicPr>
          <p:nvPr/>
        </p:nvPicPr>
        <p:blipFill>
          <a:blip r:embed="rId12"/>
          <a:stretch>
            <a:fillRect/>
          </a:stretch>
        </p:blipFill>
        <p:spPr>
          <a:xfrm>
            <a:off x="3301230" y="2504561"/>
            <a:ext cx="692699" cy="352426"/>
          </a:xfrm>
          <a:prstGeom prst="rect">
            <a:avLst/>
          </a:prstGeom>
        </p:spPr>
      </p:pic>
      <p:sp>
        <p:nvSpPr>
          <p:cNvPr id="19" name="流程图: 过程 18">
            <a:extLst>
              <a:ext uri="{FF2B5EF4-FFF2-40B4-BE49-F238E27FC236}">
                <a16:creationId xmlns:a16="http://schemas.microsoft.com/office/drawing/2014/main" id="{997B3791-F5F0-10C9-C7AF-8B1B1CED3C9F}"/>
              </a:ext>
            </a:extLst>
          </p:cNvPr>
          <p:cNvSpPr/>
          <p:nvPr/>
        </p:nvSpPr>
        <p:spPr>
          <a:xfrm>
            <a:off x="2533962" y="1904559"/>
            <a:ext cx="2428474" cy="419510"/>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过程 19">
            <a:extLst>
              <a:ext uri="{FF2B5EF4-FFF2-40B4-BE49-F238E27FC236}">
                <a16:creationId xmlns:a16="http://schemas.microsoft.com/office/drawing/2014/main" id="{4809A40A-17D9-D5B0-06B9-2AE134538F77}"/>
              </a:ext>
            </a:extLst>
          </p:cNvPr>
          <p:cNvSpPr/>
          <p:nvPr/>
        </p:nvSpPr>
        <p:spPr>
          <a:xfrm>
            <a:off x="3227614" y="2498438"/>
            <a:ext cx="832757" cy="419510"/>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19DA45FA-281F-B8A3-C904-286AB8801015}"/>
              </a:ext>
            </a:extLst>
          </p:cNvPr>
          <p:cNvPicPr>
            <a:picLocks noChangeAspect="1"/>
          </p:cNvPicPr>
          <p:nvPr/>
        </p:nvPicPr>
        <p:blipFill>
          <a:blip r:embed="rId13"/>
          <a:stretch>
            <a:fillRect/>
          </a:stretch>
        </p:blipFill>
        <p:spPr>
          <a:xfrm>
            <a:off x="6440541" y="2743042"/>
            <a:ext cx="3480415" cy="349812"/>
          </a:xfrm>
          <a:prstGeom prst="rect">
            <a:avLst/>
          </a:prstGeom>
        </p:spPr>
      </p:pic>
      <p:sp>
        <p:nvSpPr>
          <p:cNvPr id="23" name="文本框 22">
            <a:extLst>
              <a:ext uri="{FF2B5EF4-FFF2-40B4-BE49-F238E27FC236}">
                <a16:creationId xmlns:a16="http://schemas.microsoft.com/office/drawing/2014/main" id="{7149736B-1226-F055-E404-9D4BD772D1D6}"/>
              </a:ext>
            </a:extLst>
          </p:cNvPr>
          <p:cNvSpPr txBox="1"/>
          <p:nvPr/>
        </p:nvSpPr>
        <p:spPr>
          <a:xfrm>
            <a:off x="7447778" y="2041135"/>
            <a:ext cx="1021308" cy="338554"/>
          </a:xfrm>
          <a:prstGeom prst="rect">
            <a:avLst/>
          </a:prstGeom>
          <a:noFill/>
        </p:spPr>
        <p:txBody>
          <a:bodyPr wrap="square">
            <a:spAutoFit/>
          </a:bodyPr>
          <a:lstStyle/>
          <a:p>
            <a:r>
              <a:rPr lang="zh-CN" altLang="en-US" sz="1600" b="1" dirty="0">
                <a:solidFill>
                  <a:srgbClr val="C00000"/>
                </a:solidFill>
              </a:rPr>
              <a:t>广义坐标</a:t>
            </a:r>
          </a:p>
        </p:txBody>
      </p:sp>
      <p:sp>
        <p:nvSpPr>
          <p:cNvPr id="24" name="右箭头 27">
            <a:extLst>
              <a:ext uri="{FF2B5EF4-FFF2-40B4-BE49-F238E27FC236}">
                <a16:creationId xmlns:a16="http://schemas.microsoft.com/office/drawing/2014/main" id="{0F02EF63-38F8-FDA6-B864-9ABAA253010A}"/>
              </a:ext>
            </a:extLst>
          </p:cNvPr>
          <p:cNvSpPr/>
          <p:nvPr/>
        </p:nvSpPr>
        <p:spPr>
          <a:xfrm>
            <a:off x="8552062" y="2058433"/>
            <a:ext cx="584429" cy="320852"/>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a:extLst>
              <a:ext uri="{FF2B5EF4-FFF2-40B4-BE49-F238E27FC236}">
                <a16:creationId xmlns:a16="http://schemas.microsoft.com/office/drawing/2014/main" id="{FF6324FB-6647-5278-599A-13C058F511EC}"/>
              </a:ext>
            </a:extLst>
          </p:cNvPr>
          <p:cNvSpPr txBox="1"/>
          <p:nvPr/>
        </p:nvSpPr>
        <p:spPr>
          <a:xfrm>
            <a:off x="9219467" y="2049582"/>
            <a:ext cx="1021308" cy="338554"/>
          </a:xfrm>
          <a:prstGeom prst="rect">
            <a:avLst/>
          </a:prstGeom>
          <a:noFill/>
        </p:spPr>
        <p:txBody>
          <a:bodyPr wrap="square">
            <a:spAutoFit/>
          </a:bodyPr>
          <a:lstStyle/>
          <a:p>
            <a:r>
              <a:rPr lang="zh-CN" altLang="en-US" sz="1600" b="1" dirty="0">
                <a:solidFill>
                  <a:srgbClr val="C00000"/>
                </a:solidFill>
              </a:rPr>
              <a:t>状态向量</a:t>
            </a:r>
          </a:p>
        </p:txBody>
      </p:sp>
    </p:spTree>
    <p:extLst>
      <p:ext uri="{BB962C8B-B14F-4D97-AF65-F5344CB8AC3E}">
        <p14:creationId xmlns:p14="http://schemas.microsoft.com/office/powerpoint/2010/main" val="3785809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9B0BB6-4BC9-F4F7-45D0-CCFEC5015EAC}"/>
            </a:ext>
          </a:extLst>
        </p:cNvPr>
        <p:cNvGrpSpPr/>
        <p:nvPr/>
      </p:nvGrpSpPr>
      <p:grpSpPr>
        <a:xfrm>
          <a:off x="0" y="0"/>
          <a:ext cx="0" cy="0"/>
          <a:chOff x="0" y="0"/>
          <a:chExt cx="0" cy="0"/>
        </a:xfrm>
      </p:grpSpPr>
      <p:pic>
        <p:nvPicPr>
          <p:cNvPr id="40" name="图片 39">
            <a:extLst>
              <a:ext uri="{FF2B5EF4-FFF2-40B4-BE49-F238E27FC236}">
                <a16:creationId xmlns:a16="http://schemas.microsoft.com/office/drawing/2014/main" id="{A3F7AAF6-BFA6-0D16-EEE8-9BD366892047}"/>
              </a:ext>
            </a:extLst>
          </p:cNvPr>
          <p:cNvPicPr>
            <a:picLocks noChangeAspect="1"/>
          </p:cNvPicPr>
          <p:nvPr/>
        </p:nvPicPr>
        <p:blipFill>
          <a:blip r:embed="rId3"/>
          <a:stretch>
            <a:fillRect/>
          </a:stretch>
        </p:blipFill>
        <p:spPr>
          <a:xfrm>
            <a:off x="9260877" y="5199578"/>
            <a:ext cx="1207833" cy="466181"/>
          </a:xfrm>
          <a:prstGeom prst="rect">
            <a:avLst/>
          </a:prstGeom>
        </p:spPr>
      </p:pic>
      <p:sp>
        <p:nvSpPr>
          <p:cNvPr id="9" name="圆角矩形 7">
            <a:extLst>
              <a:ext uri="{FF2B5EF4-FFF2-40B4-BE49-F238E27FC236}">
                <a16:creationId xmlns:a16="http://schemas.microsoft.com/office/drawing/2014/main" id="{045ABA14-A9B6-2131-B491-011AC92B7141}"/>
              </a:ext>
            </a:extLst>
          </p:cNvPr>
          <p:cNvSpPr/>
          <p:nvPr/>
        </p:nvSpPr>
        <p:spPr>
          <a:xfrm>
            <a:off x="391884" y="1859770"/>
            <a:ext cx="3782787" cy="384978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B113B1B4-D12F-B743-4331-34030C7D8968}"/>
              </a:ext>
            </a:extLst>
          </p:cNvPr>
          <p:cNvSpPr/>
          <p:nvPr/>
        </p:nvSpPr>
        <p:spPr>
          <a:xfrm>
            <a:off x="877524" y="1640210"/>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混合式连杆运动学</a:t>
            </a:r>
          </a:p>
        </p:txBody>
      </p:sp>
      <p:pic>
        <p:nvPicPr>
          <p:cNvPr id="4" name="图片 3">
            <a:extLst>
              <a:ext uri="{FF2B5EF4-FFF2-40B4-BE49-F238E27FC236}">
                <a16:creationId xmlns:a16="http://schemas.microsoft.com/office/drawing/2014/main" id="{FF52472A-61CD-9F5C-A7C7-7382A21A952C}"/>
              </a:ext>
            </a:extLst>
          </p:cNvPr>
          <p:cNvPicPr>
            <a:picLocks noChangeAspect="1"/>
          </p:cNvPicPr>
          <p:nvPr/>
        </p:nvPicPr>
        <p:blipFill>
          <a:blip r:embed="rId4"/>
          <a:stretch>
            <a:fillRect/>
          </a:stretch>
        </p:blipFill>
        <p:spPr>
          <a:xfrm>
            <a:off x="11328833" y="712066"/>
            <a:ext cx="719789" cy="343386"/>
          </a:xfrm>
          <a:prstGeom prst="rect">
            <a:avLst/>
          </a:prstGeom>
        </p:spPr>
      </p:pic>
      <p:sp>
        <p:nvSpPr>
          <p:cNvPr id="50" name="标题 1">
            <a:extLst>
              <a:ext uri="{FF2B5EF4-FFF2-40B4-BE49-F238E27FC236}">
                <a16:creationId xmlns:a16="http://schemas.microsoft.com/office/drawing/2014/main" id="{756B7F3A-98CE-0AF8-D609-90DD36EF7696}"/>
              </a:ext>
            </a:extLst>
          </p:cNvPr>
          <p:cNvSpPr>
            <a:spLocks noGrp="1"/>
          </p:cNvSpPr>
          <p:nvPr>
            <p:ph type="title"/>
          </p:nvPr>
        </p:nvSpPr>
        <p:spPr>
          <a:xfrm>
            <a:off x="-5254" y="271086"/>
            <a:ext cx="12192000" cy="564806"/>
          </a:xfrm>
        </p:spPr>
        <p:txBody>
          <a:bodyPr/>
          <a:lstStyle/>
          <a:p>
            <a:pPr lvl="0" defTabSz="914400">
              <a:spcBef>
                <a:spcPts val="1000"/>
              </a:spcBef>
              <a:defRPr/>
            </a:pPr>
            <a:r>
              <a:rPr kumimoji="1" lang="zh-CN" altLang="en-US" sz="3200" dirty="0">
                <a:solidFill>
                  <a:srgbClr val="4472C4">
                    <a:lumMod val="50000"/>
                  </a:srgbClr>
                </a:solidFill>
                <a:cs typeface="+mn-ea"/>
                <a:sym typeface="+mn-lt"/>
              </a:rPr>
              <a:t>运动学与动力学建模</a:t>
            </a:r>
          </a:p>
        </p:txBody>
      </p:sp>
      <p:pic>
        <p:nvPicPr>
          <p:cNvPr id="3" name="图片 2">
            <a:extLst>
              <a:ext uri="{FF2B5EF4-FFF2-40B4-BE49-F238E27FC236}">
                <a16:creationId xmlns:a16="http://schemas.microsoft.com/office/drawing/2014/main" id="{7B75718C-3EED-B1A0-1F77-776F85025DC3}"/>
              </a:ext>
            </a:extLst>
          </p:cNvPr>
          <p:cNvPicPr>
            <a:picLocks noChangeAspect="1"/>
          </p:cNvPicPr>
          <p:nvPr/>
        </p:nvPicPr>
        <p:blipFill>
          <a:blip r:embed="rId5"/>
          <a:stretch>
            <a:fillRect/>
          </a:stretch>
        </p:blipFill>
        <p:spPr>
          <a:xfrm>
            <a:off x="4565269" y="1215239"/>
            <a:ext cx="2916402" cy="2811429"/>
          </a:xfrm>
          <a:prstGeom prst="rect">
            <a:avLst/>
          </a:prstGeom>
        </p:spPr>
      </p:pic>
      <p:pic>
        <p:nvPicPr>
          <p:cNvPr id="5" name="图片 4">
            <a:extLst>
              <a:ext uri="{FF2B5EF4-FFF2-40B4-BE49-F238E27FC236}">
                <a16:creationId xmlns:a16="http://schemas.microsoft.com/office/drawing/2014/main" id="{6674AC57-9513-4C84-A1AF-4359F849B556}"/>
              </a:ext>
            </a:extLst>
          </p:cNvPr>
          <p:cNvPicPr>
            <a:picLocks noChangeAspect="1"/>
          </p:cNvPicPr>
          <p:nvPr/>
        </p:nvPicPr>
        <p:blipFill>
          <a:blip r:embed="rId6"/>
          <a:stretch>
            <a:fillRect/>
          </a:stretch>
        </p:blipFill>
        <p:spPr>
          <a:xfrm>
            <a:off x="635048" y="2175361"/>
            <a:ext cx="3357540" cy="2743936"/>
          </a:xfrm>
          <a:prstGeom prst="rect">
            <a:avLst/>
          </a:prstGeom>
        </p:spPr>
      </p:pic>
      <p:pic>
        <p:nvPicPr>
          <p:cNvPr id="6" name="图片 5">
            <a:extLst>
              <a:ext uri="{FF2B5EF4-FFF2-40B4-BE49-F238E27FC236}">
                <a16:creationId xmlns:a16="http://schemas.microsoft.com/office/drawing/2014/main" id="{1FF9ACE9-9220-124B-DBED-7DE9BF2089EC}"/>
              </a:ext>
            </a:extLst>
          </p:cNvPr>
          <p:cNvPicPr>
            <a:picLocks noChangeAspect="1"/>
          </p:cNvPicPr>
          <p:nvPr/>
        </p:nvPicPr>
        <p:blipFill>
          <a:blip r:embed="rId7"/>
          <a:stretch>
            <a:fillRect/>
          </a:stretch>
        </p:blipFill>
        <p:spPr>
          <a:xfrm>
            <a:off x="2803315" y="5206004"/>
            <a:ext cx="1123958" cy="290515"/>
          </a:xfrm>
          <a:prstGeom prst="rect">
            <a:avLst/>
          </a:prstGeom>
        </p:spPr>
      </p:pic>
      <p:pic>
        <p:nvPicPr>
          <p:cNvPr id="13" name="图片 12">
            <a:extLst>
              <a:ext uri="{FF2B5EF4-FFF2-40B4-BE49-F238E27FC236}">
                <a16:creationId xmlns:a16="http://schemas.microsoft.com/office/drawing/2014/main" id="{D9C69A2B-1187-817B-89FF-B5FF059C199A}"/>
              </a:ext>
            </a:extLst>
          </p:cNvPr>
          <p:cNvPicPr>
            <a:picLocks noChangeAspect="1"/>
          </p:cNvPicPr>
          <p:nvPr/>
        </p:nvPicPr>
        <p:blipFill>
          <a:blip r:embed="rId8"/>
          <a:stretch>
            <a:fillRect/>
          </a:stretch>
        </p:blipFill>
        <p:spPr>
          <a:xfrm>
            <a:off x="453013" y="5101289"/>
            <a:ext cx="1328747" cy="476253"/>
          </a:xfrm>
          <a:prstGeom prst="rect">
            <a:avLst/>
          </a:prstGeom>
        </p:spPr>
      </p:pic>
      <p:sp>
        <p:nvSpPr>
          <p:cNvPr id="15" name="任意多边形: 形状 8">
            <a:extLst>
              <a:ext uri="{FF2B5EF4-FFF2-40B4-BE49-F238E27FC236}">
                <a16:creationId xmlns:a16="http://schemas.microsoft.com/office/drawing/2014/main" id="{6A9639A0-B295-4D4E-28A7-57873DFB28D7}"/>
              </a:ext>
            </a:extLst>
          </p:cNvPr>
          <p:cNvSpPr/>
          <p:nvPr/>
        </p:nvSpPr>
        <p:spPr>
          <a:xfrm rot="16200000" flipV="1">
            <a:off x="2113797" y="5241276"/>
            <a:ext cx="314204" cy="196281"/>
          </a:xfrm>
          <a:custGeom>
            <a:avLst/>
            <a:gdLst>
              <a:gd name="connsiteX0" fmla="*/ 0 w 1671900"/>
              <a:gd name="connsiteY0" fmla="*/ 1441294 h 1441294"/>
              <a:gd name="connsiteX1" fmla="*/ 835950 w 1671900"/>
              <a:gd name="connsiteY1" fmla="*/ 0 h 1441294"/>
              <a:gd name="connsiteX2" fmla="*/ 1671900 w 1671900"/>
              <a:gd name="connsiteY2" fmla="*/ 1441294 h 1441294"/>
              <a:gd name="connsiteX3" fmla="*/ 1238584 w 1671900"/>
              <a:gd name="connsiteY3" fmla="*/ 1441294 h 1441294"/>
              <a:gd name="connsiteX4" fmla="*/ 835950 w 1671900"/>
              <a:gd name="connsiteY4" fmla="*/ 988135 h 1441294"/>
              <a:gd name="connsiteX5" fmla="*/ 433316 w 1671900"/>
              <a:gd name="connsiteY5" fmla="*/ 1441294 h 14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1900" h="1441294">
                <a:moveTo>
                  <a:pt x="0" y="1441294"/>
                </a:moveTo>
                <a:lnTo>
                  <a:pt x="835950" y="0"/>
                </a:lnTo>
                <a:lnTo>
                  <a:pt x="1671900" y="1441294"/>
                </a:lnTo>
                <a:lnTo>
                  <a:pt x="1238584" y="1441294"/>
                </a:lnTo>
                <a:lnTo>
                  <a:pt x="835950" y="988135"/>
                </a:lnTo>
                <a:lnTo>
                  <a:pt x="433316" y="1441294"/>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ndParaRPr>
          </a:p>
        </p:txBody>
      </p:sp>
      <p:sp>
        <p:nvSpPr>
          <p:cNvPr id="16" name="流程图: 过程 15">
            <a:extLst>
              <a:ext uri="{FF2B5EF4-FFF2-40B4-BE49-F238E27FC236}">
                <a16:creationId xmlns:a16="http://schemas.microsoft.com/office/drawing/2014/main" id="{835C6586-88C9-C5C4-7A4E-4F68A7D8C7AD}"/>
              </a:ext>
            </a:extLst>
          </p:cNvPr>
          <p:cNvSpPr/>
          <p:nvPr/>
        </p:nvSpPr>
        <p:spPr>
          <a:xfrm>
            <a:off x="2803315" y="5182314"/>
            <a:ext cx="1123958" cy="314205"/>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过程 16">
            <a:extLst>
              <a:ext uri="{FF2B5EF4-FFF2-40B4-BE49-F238E27FC236}">
                <a16:creationId xmlns:a16="http://schemas.microsoft.com/office/drawing/2014/main" id="{3A411DFC-4BF6-9277-FF29-BB5B4C99CA05}"/>
              </a:ext>
            </a:extLst>
          </p:cNvPr>
          <p:cNvSpPr/>
          <p:nvPr/>
        </p:nvSpPr>
        <p:spPr>
          <a:xfrm>
            <a:off x="4478228" y="1132111"/>
            <a:ext cx="3159268" cy="2977683"/>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2" name="圆角矩形 7">
            <a:extLst>
              <a:ext uri="{FF2B5EF4-FFF2-40B4-BE49-F238E27FC236}">
                <a16:creationId xmlns:a16="http://schemas.microsoft.com/office/drawing/2014/main" id="{5C9DFA6A-F938-749F-C411-ABDCF66289B2}"/>
              </a:ext>
            </a:extLst>
          </p:cNvPr>
          <p:cNvSpPr/>
          <p:nvPr/>
        </p:nvSpPr>
        <p:spPr>
          <a:xfrm>
            <a:off x="7925188" y="1496431"/>
            <a:ext cx="3874928" cy="496423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8">
            <a:extLst>
              <a:ext uri="{FF2B5EF4-FFF2-40B4-BE49-F238E27FC236}">
                <a16:creationId xmlns:a16="http://schemas.microsoft.com/office/drawing/2014/main" id="{F1F9D981-81E3-5F83-34DD-9BE8A42CF593}"/>
              </a:ext>
            </a:extLst>
          </p:cNvPr>
          <p:cNvSpPr/>
          <p:nvPr/>
        </p:nvSpPr>
        <p:spPr>
          <a:xfrm>
            <a:off x="8558954" y="127687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同轴五连杆静力学</a:t>
            </a:r>
          </a:p>
        </p:txBody>
      </p:sp>
      <p:sp>
        <p:nvSpPr>
          <p:cNvPr id="33" name="流程图: 过程 32">
            <a:extLst>
              <a:ext uri="{FF2B5EF4-FFF2-40B4-BE49-F238E27FC236}">
                <a16:creationId xmlns:a16="http://schemas.microsoft.com/office/drawing/2014/main" id="{35467D3B-AE0E-0645-2998-F0CE4A57280C}"/>
              </a:ext>
            </a:extLst>
          </p:cNvPr>
          <p:cNvSpPr/>
          <p:nvPr/>
        </p:nvSpPr>
        <p:spPr>
          <a:xfrm>
            <a:off x="9210269" y="5237536"/>
            <a:ext cx="1326312" cy="408171"/>
          </a:xfrm>
          <a:prstGeom prst="flowChartProcess">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4" name="图片 33">
            <a:extLst>
              <a:ext uri="{FF2B5EF4-FFF2-40B4-BE49-F238E27FC236}">
                <a16:creationId xmlns:a16="http://schemas.microsoft.com/office/drawing/2014/main" id="{7E402ABA-694B-1DFA-E76C-C1C69B75C809}"/>
              </a:ext>
            </a:extLst>
          </p:cNvPr>
          <p:cNvPicPr>
            <a:picLocks noChangeAspect="1"/>
          </p:cNvPicPr>
          <p:nvPr/>
        </p:nvPicPr>
        <p:blipFill>
          <a:blip r:embed="rId9"/>
          <a:stretch>
            <a:fillRect/>
          </a:stretch>
        </p:blipFill>
        <p:spPr>
          <a:xfrm>
            <a:off x="8558954" y="1788541"/>
            <a:ext cx="2428168" cy="3289776"/>
          </a:xfrm>
          <a:prstGeom prst="rect">
            <a:avLst/>
          </a:prstGeom>
        </p:spPr>
      </p:pic>
      <p:sp>
        <p:nvSpPr>
          <p:cNvPr id="36" name="右箭头 27">
            <a:extLst>
              <a:ext uri="{FF2B5EF4-FFF2-40B4-BE49-F238E27FC236}">
                <a16:creationId xmlns:a16="http://schemas.microsoft.com/office/drawing/2014/main" id="{28A01911-0275-BC98-C233-0C0DFEC4F9F7}"/>
              </a:ext>
            </a:extLst>
          </p:cNvPr>
          <p:cNvSpPr/>
          <p:nvPr/>
        </p:nvSpPr>
        <p:spPr>
          <a:xfrm rot="19636369">
            <a:off x="4395128" y="4592147"/>
            <a:ext cx="1378809" cy="320852"/>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536C0CB-6A90-20CA-5C6A-3EA8EB3C1BFE}"/>
              </a:ext>
            </a:extLst>
          </p:cNvPr>
          <p:cNvSpPr txBox="1"/>
          <p:nvPr/>
        </p:nvSpPr>
        <p:spPr>
          <a:xfrm>
            <a:off x="4360866" y="5226075"/>
            <a:ext cx="1252557" cy="338554"/>
          </a:xfrm>
          <a:prstGeom prst="rect">
            <a:avLst/>
          </a:prstGeom>
          <a:noFill/>
        </p:spPr>
        <p:txBody>
          <a:bodyPr wrap="square">
            <a:spAutoFit/>
          </a:bodyPr>
          <a:lstStyle/>
          <a:p>
            <a:r>
              <a:rPr lang="zh-CN" altLang="en-US" sz="1600" b="1" dirty="0"/>
              <a:t>运动学等效</a:t>
            </a:r>
          </a:p>
        </p:txBody>
      </p:sp>
      <p:sp>
        <p:nvSpPr>
          <p:cNvPr id="38" name="右箭头 27">
            <a:extLst>
              <a:ext uri="{FF2B5EF4-FFF2-40B4-BE49-F238E27FC236}">
                <a16:creationId xmlns:a16="http://schemas.microsoft.com/office/drawing/2014/main" id="{66DBD38D-006E-DEE3-D7AD-53CCD6D826E7}"/>
              </a:ext>
            </a:extLst>
          </p:cNvPr>
          <p:cNvSpPr/>
          <p:nvPr/>
        </p:nvSpPr>
        <p:spPr>
          <a:xfrm rot="2274067">
            <a:off x="6593243" y="4640748"/>
            <a:ext cx="1378809" cy="320852"/>
          </a:xfrm>
          <a:prstGeom prst="rightArrow">
            <a:avLst>
              <a:gd name="adj1" fmla="val 50000"/>
              <a:gd name="adj2" fmla="val 44706"/>
            </a:avLst>
          </a:prstGeom>
          <a:gradFill flip="none" rotWithShape="1">
            <a:gsLst>
              <a:gs pos="0">
                <a:srgbClr val="14387D"/>
              </a:gs>
              <a:gs pos="50000">
                <a:srgbClr val="034086"/>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5D22744D-FDE7-1522-C7F7-9A6B5341150D}"/>
              </a:ext>
            </a:extLst>
          </p:cNvPr>
          <p:cNvSpPr txBox="1"/>
          <p:nvPr/>
        </p:nvSpPr>
        <p:spPr>
          <a:xfrm>
            <a:off x="6384939" y="5226075"/>
            <a:ext cx="1252557" cy="338554"/>
          </a:xfrm>
          <a:prstGeom prst="rect">
            <a:avLst/>
          </a:prstGeom>
          <a:noFill/>
        </p:spPr>
        <p:txBody>
          <a:bodyPr wrap="square">
            <a:spAutoFit/>
          </a:bodyPr>
          <a:lstStyle/>
          <a:p>
            <a:r>
              <a:rPr lang="zh-CN" altLang="en-US" sz="1600" b="1" dirty="0"/>
              <a:t>相同雅可比</a:t>
            </a:r>
          </a:p>
        </p:txBody>
      </p:sp>
      <p:sp>
        <p:nvSpPr>
          <p:cNvPr id="41" name="文本框 40">
            <a:extLst>
              <a:ext uri="{FF2B5EF4-FFF2-40B4-BE49-F238E27FC236}">
                <a16:creationId xmlns:a16="http://schemas.microsoft.com/office/drawing/2014/main" id="{99507D94-B59C-A3B3-B00D-BE63C9163462}"/>
              </a:ext>
            </a:extLst>
          </p:cNvPr>
          <p:cNvSpPr txBox="1"/>
          <p:nvPr/>
        </p:nvSpPr>
        <p:spPr>
          <a:xfrm>
            <a:off x="8162834" y="5872114"/>
            <a:ext cx="1419250" cy="424155"/>
          </a:xfrm>
          <a:prstGeom prst="rect">
            <a:avLst/>
          </a:prstGeom>
          <a:noFill/>
        </p:spPr>
        <p:txBody>
          <a:bodyPr wrap="square">
            <a:spAutoFit/>
          </a:bodyPr>
          <a:lstStyle/>
          <a:p>
            <a:pPr latinLnBrk="1">
              <a:lnSpc>
                <a:spcPct val="150000"/>
              </a:lnSpc>
            </a:pPr>
            <a:r>
              <a:rPr lang="zh-CN" altLang="en-US" sz="1600" dirty="0">
                <a:latin typeface="+mn-ea"/>
              </a:rPr>
              <a:t>关节空间力矩</a:t>
            </a:r>
            <a:endParaRPr lang="en-US" altLang="zh-CN" sz="1600" dirty="0">
              <a:latin typeface="+mn-ea"/>
            </a:endParaRPr>
          </a:p>
        </p:txBody>
      </p:sp>
      <p:sp>
        <p:nvSpPr>
          <p:cNvPr id="42" name="文本框 41">
            <a:extLst>
              <a:ext uri="{FF2B5EF4-FFF2-40B4-BE49-F238E27FC236}">
                <a16:creationId xmlns:a16="http://schemas.microsoft.com/office/drawing/2014/main" id="{6F74291F-9BCA-E7D1-BD44-8621EE52DFF4}"/>
              </a:ext>
            </a:extLst>
          </p:cNvPr>
          <p:cNvSpPr txBox="1"/>
          <p:nvPr/>
        </p:nvSpPr>
        <p:spPr>
          <a:xfrm>
            <a:off x="9915821" y="5861163"/>
            <a:ext cx="1976432" cy="424155"/>
          </a:xfrm>
          <a:prstGeom prst="rect">
            <a:avLst/>
          </a:prstGeom>
          <a:noFill/>
        </p:spPr>
        <p:txBody>
          <a:bodyPr wrap="square">
            <a:spAutoFit/>
          </a:bodyPr>
          <a:lstStyle/>
          <a:p>
            <a:pPr latinLnBrk="1">
              <a:lnSpc>
                <a:spcPct val="150000"/>
              </a:lnSpc>
            </a:pPr>
            <a:r>
              <a:rPr lang="zh-CN" altLang="en-US" sz="1600" dirty="0">
                <a:latin typeface="+mn-ea"/>
              </a:rPr>
              <a:t>任务空间力、力矩</a:t>
            </a:r>
            <a:endParaRPr lang="en-US" altLang="zh-CN" sz="1600" dirty="0">
              <a:latin typeface="+mn-ea"/>
            </a:endParaRPr>
          </a:p>
        </p:txBody>
      </p:sp>
      <p:sp>
        <p:nvSpPr>
          <p:cNvPr id="46" name="任意多边形: 形状 8">
            <a:extLst>
              <a:ext uri="{FF2B5EF4-FFF2-40B4-BE49-F238E27FC236}">
                <a16:creationId xmlns:a16="http://schemas.microsoft.com/office/drawing/2014/main" id="{F12D1B78-9A0C-F192-F597-9A9BE0DE3838}"/>
              </a:ext>
            </a:extLst>
          </p:cNvPr>
          <p:cNvSpPr/>
          <p:nvPr/>
        </p:nvSpPr>
        <p:spPr>
          <a:xfrm rot="16200000" flipV="1">
            <a:off x="9624249" y="6008597"/>
            <a:ext cx="314204" cy="196281"/>
          </a:xfrm>
          <a:custGeom>
            <a:avLst/>
            <a:gdLst>
              <a:gd name="connsiteX0" fmla="*/ 0 w 1671900"/>
              <a:gd name="connsiteY0" fmla="*/ 1441294 h 1441294"/>
              <a:gd name="connsiteX1" fmla="*/ 835950 w 1671900"/>
              <a:gd name="connsiteY1" fmla="*/ 0 h 1441294"/>
              <a:gd name="connsiteX2" fmla="*/ 1671900 w 1671900"/>
              <a:gd name="connsiteY2" fmla="*/ 1441294 h 1441294"/>
              <a:gd name="connsiteX3" fmla="*/ 1238584 w 1671900"/>
              <a:gd name="connsiteY3" fmla="*/ 1441294 h 1441294"/>
              <a:gd name="connsiteX4" fmla="*/ 835950 w 1671900"/>
              <a:gd name="connsiteY4" fmla="*/ 988135 h 1441294"/>
              <a:gd name="connsiteX5" fmla="*/ 433316 w 1671900"/>
              <a:gd name="connsiteY5" fmla="*/ 1441294 h 14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1900" h="1441294">
                <a:moveTo>
                  <a:pt x="0" y="1441294"/>
                </a:moveTo>
                <a:lnTo>
                  <a:pt x="835950" y="0"/>
                </a:lnTo>
                <a:lnTo>
                  <a:pt x="1671900" y="1441294"/>
                </a:lnTo>
                <a:lnTo>
                  <a:pt x="1238584" y="1441294"/>
                </a:lnTo>
                <a:lnTo>
                  <a:pt x="835950" y="988135"/>
                </a:lnTo>
                <a:lnTo>
                  <a:pt x="433316" y="1441294"/>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Light" panose="020B0300000000000000" pitchFamily="34" charset="-122"/>
            </a:endParaRPr>
          </a:p>
        </p:txBody>
      </p:sp>
    </p:spTree>
    <p:extLst>
      <p:ext uri="{BB962C8B-B14F-4D97-AF65-F5344CB8AC3E}">
        <p14:creationId xmlns:p14="http://schemas.microsoft.com/office/powerpoint/2010/main" val="3688728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2547-DF20-AC1E-7178-C87E46AE750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2E4E15D2-9E10-5DAE-7965-D6710B00629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D6BE8EF9-CCF2-ECD8-AB45-C61183873A13}"/>
              </a:ext>
            </a:extLst>
          </p:cNvPr>
          <p:cNvSpPr/>
          <p:nvPr/>
        </p:nvSpPr>
        <p:spPr>
          <a:xfrm flipV="1">
            <a:off x="4014842" y="1247552"/>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1EA44247-461E-2900-D05C-AC7F2C6D8E3F}"/>
              </a:ext>
            </a:extLst>
          </p:cNvPr>
          <p:cNvSpPr/>
          <p:nvPr/>
        </p:nvSpPr>
        <p:spPr>
          <a:xfrm flipV="1">
            <a:off x="3595465" y="1213181"/>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8B2931A-3AAB-70E1-DC7E-5A91A57E4113}"/>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1E563B6-E45D-A1A3-86AD-872D315FD77B}"/>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B3C98614-9563-7C42-4E15-56384B93FF6B}"/>
              </a:ext>
            </a:extLst>
          </p:cNvPr>
          <p:cNvSpPr/>
          <p:nvPr/>
        </p:nvSpPr>
        <p:spPr>
          <a:xfrm flipV="1">
            <a:off x="3597012" y="2318036"/>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596DF3A-54EE-A3A2-EFF8-AFFB1AF4C5DC}"/>
              </a:ext>
            </a:extLst>
          </p:cNvPr>
          <p:cNvSpPr/>
          <p:nvPr/>
        </p:nvSpPr>
        <p:spPr>
          <a:xfrm flipV="1">
            <a:off x="4014842" y="235240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9A906EBA-7D48-99AA-EFA7-49E1007F6673}"/>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23407CF7-5960-A038-98F0-D4F5F5C1D612}"/>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D6525F89-5C0B-81F8-E71C-F36923820285}"/>
              </a:ext>
            </a:extLst>
          </p:cNvPr>
          <p:cNvSpPr/>
          <p:nvPr/>
        </p:nvSpPr>
        <p:spPr>
          <a:xfrm flipV="1">
            <a:off x="4037785" y="35074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3659E89B-57B0-2A78-6C80-65674814BB05}"/>
              </a:ext>
            </a:extLst>
          </p:cNvPr>
          <p:cNvSpPr/>
          <p:nvPr/>
        </p:nvSpPr>
        <p:spPr>
          <a:xfrm flipV="1">
            <a:off x="3621504" y="34730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AEA3C989-1BFA-D1D5-AC8F-3E28BD8AA1CA}"/>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6F75A95C-485C-CCE4-4956-36D4A1EAE6A5}"/>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81EF2D83-D068-5A5F-3886-8EDAB8E85873}"/>
              </a:ext>
            </a:extLst>
          </p:cNvPr>
          <p:cNvSpPr/>
          <p:nvPr/>
        </p:nvSpPr>
        <p:spPr>
          <a:xfrm flipV="1">
            <a:off x="4016389" y="467072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F03E286D-1C8C-0305-F31F-4CCB13EAA32F}"/>
              </a:ext>
            </a:extLst>
          </p:cNvPr>
          <p:cNvSpPr/>
          <p:nvPr/>
        </p:nvSpPr>
        <p:spPr>
          <a:xfrm flipV="1">
            <a:off x="3600108" y="4636353"/>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D7EC6C72-0A0B-0A9F-956E-14CB65E39F5B}"/>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914C4E88-7446-0A21-7EB1-6CA2FCF42F89}"/>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CEDC3BBB-B905-BB5D-2B94-910A7D0F8E7D}"/>
              </a:ext>
            </a:extLst>
          </p:cNvPr>
          <p:cNvSpPr/>
          <p:nvPr/>
        </p:nvSpPr>
        <p:spPr>
          <a:xfrm flipV="1">
            <a:off x="4007210" y="5687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FBB85B4F-E762-BB9D-EC89-F05745AAD854}"/>
              </a:ext>
            </a:extLst>
          </p:cNvPr>
          <p:cNvSpPr/>
          <p:nvPr/>
        </p:nvSpPr>
        <p:spPr>
          <a:xfrm flipV="1">
            <a:off x="3590929" y="5652649"/>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EDA43755-7BC0-29D2-5DC7-41E8E3CB991C}"/>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CBC641F2-80BE-BBA2-683D-D170603047BC}"/>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4554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9" name="圆角矩形 7">
            <a:extLst>
              <a:ext uri="{FF2B5EF4-FFF2-40B4-BE49-F238E27FC236}">
                <a16:creationId xmlns:a16="http://schemas.microsoft.com/office/drawing/2014/main" id="{9AB7C92B-415A-2CB9-C08A-111CEED0699B}"/>
              </a:ext>
            </a:extLst>
          </p:cNvPr>
          <p:cNvSpPr/>
          <p:nvPr/>
        </p:nvSpPr>
        <p:spPr>
          <a:xfrm>
            <a:off x="259205" y="1219200"/>
            <a:ext cx="3550795" cy="536771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B077BE77-975B-4C62-29B5-4C7A455AA79A}"/>
              </a:ext>
            </a:extLst>
          </p:cNvPr>
          <p:cNvSpPr/>
          <p:nvPr/>
        </p:nvSpPr>
        <p:spPr>
          <a:xfrm>
            <a:off x="724517" y="974860"/>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分层控制系统</a:t>
            </a:r>
          </a:p>
        </p:txBody>
      </p:sp>
      <p:sp>
        <p:nvSpPr>
          <p:cNvPr id="11" name="文本框 10">
            <a:extLst>
              <a:ext uri="{FF2B5EF4-FFF2-40B4-BE49-F238E27FC236}">
                <a16:creationId xmlns:a16="http://schemas.microsoft.com/office/drawing/2014/main" id="{3300B8A4-D591-A6E6-95AE-2FE2543F1D50}"/>
              </a:ext>
            </a:extLst>
          </p:cNvPr>
          <p:cNvSpPr txBox="1"/>
          <p:nvPr/>
        </p:nvSpPr>
        <p:spPr>
          <a:xfrm>
            <a:off x="446977" y="1593578"/>
            <a:ext cx="3175250" cy="4618957"/>
          </a:xfrm>
          <a:prstGeom prst="rect">
            <a:avLst/>
          </a:prstGeom>
          <a:noFill/>
        </p:spPr>
        <p:txBody>
          <a:bodyPr wrap="square" rtlCol="0">
            <a:spAutoFit/>
          </a:bodyPr>
          <a:lstStyle/>
          <a:p>
            <a:pPr latinLnBrk="1">
              <a:lnSpc>
                <a:spcPct val="150000"/>
              </a:lnSpc>
            </a:pPr>
            <a:r>
              <a:rPr lang="zh-CN" altLang="en-US" b="1" dirty="0">
                <a:solidFill>
                  <a:srgbClr val="002060"/>
                </a:solidFill>
              </a:rPr>
              <a:t>状态估计层</a:t>
            </a:r>
            <a:r>
              <a:rPr lang="zh-CN" altLang="en-US" dirty="0"/>
              <a:t>：融合编码器和惯性测量单元信息，实时获得机体姿态、轮组位移、腿长、腿摆角及其变化率；</a:t>
            </a:r>
            <a:endParaRPr lang="en-US" altLang="zh-CN" dirty="0"/>
          </a:p>
          <a:p>
            <a:pPr latinLnBrk="1">
              <a:lnSpc>
                <a:spcPct val="150000"/>
              </a:lnSpc>
            </a:pPr>
            <a:r>
              <a:rPr lang="zh-CN" altLang="en-US" b="1" dirty="0">
                <a:solidFill>
                  <a:srgbClr val="002060"/>
                </a:solidFill>
              </a:rPr>
              <a:t>运动控制层：</a:t>
            </a:r>
            <a:r>
              <a:rPr lang="zh-CN" altLang="en-US" dirty="0"/>
              <a:t>基于线性化状态空间模型设计</a:t>
            </a:r>
            <a:r>
              <a:rPr lang="en-US" altLang="zh-CN" dirty="0"/>
              <a:t>LQR</a:t>
            </a:r>
            <a:r>
              <a:rPr lang="zh-CN" altLang="en-US" dirty="0"/>
              <a:t>反馈律，生成轮系驱动力矩和腿摆力矩； </a:t>
            </a:r>
            <a:endParaRPr lang="en-US" altLang="zh-CN" dirty="0"/>
          </a:p>
          <a:p>
            <a:pPr latinLnBrk="1">
              <a:lnSpc>
                <a:spcPct val="150000"/>
              </a:lnSpc>
            </a:pPr>
            <a:r>
              <a:rPr lang="zh-CN" altLang="en-US" b="1" dirty="0">
                <a:solidFill>
                  <a:srgbClr val="002060"/>
                </a:solidFill>
              </a:rPr>
              <a:t>任务空间控制层</a:t>
            </a:r>
            <a:r>
              <a:rPr lang="zh-CN" altLang="en-US" dirty="0"/>
              <a:t>：基于</a:t>
            </a:r>
            <a:r>
              <a:rPr lang="en-US" altLang="zh-CN" dirty="0"/>
              <a:t>VMC</a:t>
            </a:r>
            <a:r>
              <a:rPr lang="zh-CN" altLang="en-US" dirty="0"/>
              <a:t>构造腿长支撑力，并结合</a:t>
            </a:r>
            <a:r>
              <a:rPr lang="en-US" altLang="zh-CN" dirty="0"/>
              <a:t>LQR</a:t>
            </a:r>
            <a:r>
              <a:rPr lang="zh-CN" altLang="en-US" dirty="0"/>
              <a:t>给出的腿摆力矩进行任务空间到关节空间的力矩映射</a:t>
            </a:r>
            <a:endParaRPr lang="zh-CN" altLang="en-US" dirty="0">
              <a:latin typeface="Times New Roman" panose="02020603050405020304" pitchFamily="18" charset="0"/>
              <a:ea typeface="等线" panose="02010600030101010101" pitchFamily="2" charset="-122"/>
            </a:endParaRP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386457" y="712066"/>
            <a:ext cx="662165" cy="315896"/>
          </a:xfrm>
          <a:prstGeom prst="rect">
            <a:avLst/>
          </a:prstGeom>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控制策略设计</a:t>
            </a:r>
          </a:p>
        </p:txBody>
      </p:sp>
      <p:pic>
        <p:nvPicPr>
          <p:cNvPr id="2" name="图片 1">
            <a:extLst>
              <a:ext uri="{FF2B5EF4-FFF2-40B4-BE49-F238E27FC236}">
                <a16:creationId xmlns:a16="http://schemas.microsoft.com/office/drawing/2014/main" id="{957C05F6-D5DB-A4E6-9B1A-0D37E0E8CF56}"/>
              </a:ext>
            </a:extLst>
          </p:cNvPr>
          <p:cNvPicPr>
            <a:picLocks noChangeAspect="1"/>
          </p:cNvPicPr>
          <p:nvPr/>
        </p:nvPicPr>
        <p:blipFill>
          <a:blip r:embed="rId4"/>
          <a:stretch>
            <a:fillRect/>
          </a:stretch>
        </p:blipFill>
        <p:spPr>
          <a:xfrm>
            <a:off x="3947418" y="2011654"/>
            <a:ext cx="8056107" cy="3403989"/>
          </a:xfrm>
          <a:prstGeom prst="rect">
            <a:avLst/>
          </a:prstGeom>
        </p:spPr>
      </p:pic>
      <p:sp>
        <p:nvSpPr>
          <p:cNvPr id="3" name="文本框 2">
            <a:extLst>
              <a:ext uri="{FF2B5EF4-FFF2-40B4-BE49-F238E27FC236}">
                <a16:creationId xmlns:a16="http://schemas.microsoft.com/office/drawing/2014/main" id="{1A79E147-01FA-7FF2-8770-66E26A3F4BCA}"/>
              </a:ext>
            </a:extLst>
          </p:cNvPr>
          <p:cNvSpPr txBox="1"/>
          <p:nvPr/>
        </p:nvSpPr>
        <p:spPr>
          <a:xfrm>
            <a:off x="7421473" y="5512288"/>
            <a:ext cx="1107996" cy="276999"/>
          </a:xfrm>
          <a:prstGeom prst="rect">
            <a:avLst/>
          </a:prstGeom>
          <a:noFill/>
        </p:spPr>
        <p:txBody>
          <a:bodyPr wrap="none" rtlCol="0">
            <a:spAutoFit/>
          </a:bodyPr>
          <a:lstStyle/>
          <a:p>
            <a:r>
              <a:rPr lang="zh-CN" altLang="en-US" sz="1200" dirty="0"/>
              <a:t>整体控制框图</a:t>
            </a:r>
          </a:p>
        </p:txBody>
      </p:sp>
    </p:spTree>
    <p:extLst>
      <p:ext uri="{BB962C8B-B14F-4D97-AF65-F5344CB8AC3E}">
        <p14:creationId xmlns:p14="http://schemas.microsoft.com/office/powerpoint/2010/main" val="3008840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7AD7-3553-3CF3-D711-CA2E13C65ABA}"/>
            </a:ext>
          </a:extLst>
        </p:cNvPr>
        <p:cNvGrpSpPr/>
        <p:nvPr/>
      </p:nvGrpSpPr>
      <p:grpSpPr>
        <a:xfrm>
          <a:off x="0" y="0"/>
          <a:ext cx="0" cy="0"/>
          <a:chOff x="0" y="0"/>
          <a:chExt cx="0" cy="0"/>
        </a:xfrm>
      </p:grpSpPr>
      <p:sp>
        <p:nvSpPr>
          <p:cNvPr id="9" name="圆角矩形 7">
            <a:extLst>
              <a:ext uri="{FF2B5EF4-FFF2-40B4-BE49-F238E27FC236}">
                <a16:creationId xmlns:a16="http://schemas.microsoft.com/office/drawing/2014/main" id="{6DD7F933-1D83-B28C-1D2A-BA3BF0DC67DD}"/>
              </a:ext>
            </a:extLst>
          </p:cNvPr>
          <p:cNvSpPr/>
          <p:nvPr/>
        </p:nvSpPr>
        <p:spPr>
          <a:xfrm>
            <a:off x="624965" y="3201065"/>
            <a:ext cx="3550795" cy="1202871"/>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5217B644-50F9-2D4D-6C0D-3054251EF992}"/>
              </a:ext>
            </a:extLst>
          </p:cNvPr>
          <p:cNvSpPr/>
          <p:nvPr/>
        </p:nvSpPr>
        <p:spPr>
          <a:xfrm>
            <a:off x="1090277" y="2956725"/>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LQR</a:t>
            </a:r>
            <a:r>
              <a:rPr lang="zh-CN" altLang="en-US" sz="2000" b="1" dirty="0">
                <a:latin typeface="微软雅黑" panose="020B0503020204020204" pitchFamily="34" charset="-122"/>
                <a:ea typeface="微软雅黑" panose="020B0503020204020204" pitchFamily="34" charset="-122"/>
              </a:rPr>
              <a:t>控制律</a:t>
            </a:r>
          </a:p>
        </p:txBody>
      </p:sp>
      <p:sp>
        <p:nvSpPr>
          <p:cNvPr id="11" name="文本框 10">
            <a:extLst>
              <a:ext uri="{FF2B5EF4-FFF2-40B4-BE49-F238E27FC236}">
                <a16:creationId xmlns:a16="http://schemas.microsoft.com/office/drawing/2014/main" id="{F5298494-5218-91F6-B6E4-E1B7A418BCD8}"/>
              </a:ext>
            </a:extLst>
          </p:cNvPr>
          <p:cNvSpPr txBox="1"/>
          <p:nvPr/>
        </p:nvSpPr>
        <p:spPr>
          <a:xfrm>
            <a:off x="814778" y="3400797"/>
            <a:ext cx="3175250" cy="923330"/>
          </a:xfrm>
          <a:prstGeom prst="rect">
            <a:avLst/>
          </a:prstGeom>
          <a:noFill/>
        </p:spPr>
        <p:txBody>
          <a:bodyPr wrap="square" rtlCol="0">
            <a:spAutoFit/>
          </a:bodyPr>
          <a:lstStyle/>
          <a:p>
            <a:r>
              <a:rPr lang="zh-CN" altLang="en-US" dirty="0"/>
              <a:t>负责机器人在前进方向上的站立平衡、转动、速度跟踪以及扰动恢复</a:t>
            </a:r>
          </a:p>
        </p:txBody>
      </p:sp>
      <p:pic>
        <p:nvPicPr>
          <p:cNvPr id="4" name="图片 3">
            <a:extLst>
              <a:ext uri="{FF2B5EF4-FFF2-40B4-BE49-F238E27FC236}">
                <a16:creationId xmlns:a16="http://schemas.microsoft.com/office/drawing/2014/main" id="{A617FF87-F22E-171D-97F5-4B44674F9548}"/>
              </a:ext>
            </a:extLst>
          </p:cNvPr>
          <p:cNvPicPr>
            <a:picLocks noChangeAspect="1"/>
          </p:cNvPicPr>
          <p:nvPr/>
        </p:nvPicPr>
        <p:blipFill>
          <a:blip r:embed="rId3"/>
          <a:stretch>
            <a:fillRect/>
          </a:stretch>
        </p:blipFill>
        <p:spPr>
          <a:xfrm>
            <a:off x="11386457" y="712066"/>
            <a:ext cx="662165" cy="315896"/>
          </a:xfrm>
          <a:prstGeom prst="rect">
            <a:avLst/>
          </a:prstGeom>
        </p:spPr>
      </p:pic>
      <p:sp>
        <p:nvSpPr>
          <p:cNvPr id="21" name="标题 1">
            <a:extLst>
              <a:ext uri="{FF2B5EF4-FFF2-40B4-BE49-F238E27FC236}">
                <a16:creationId xmlns:a16="http://schemas.microsoft.com/office/drawing/2014/main" id="{919A1EF0-8258-318F-D4B2-C12969CACD9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控制策略设计</a:t>
            </a:r>
          </a:p>
        </p:txBody>
      </p:sp>
      <p:sp>
        <p:nvSpPr>
          <p:cNvPr id="5" name="圆角矩形 7">
            <a:extLst>
              <a:ext uri="{FF2B5EF4-FFF2-40B4-BE49-F238E27FC236}">
                <a16:creationId xmlns:a16="http://schemas.microsoft.com/office/drawing/2014/main" id="{37712252-8770-756F-4402-F8E71E2C9127}"/>
              </a:ext>
            </a:extLst>
          </p:cNvPr>
          <p:cNvSpPr/>
          <p:nvPr/>
        </p:nvSpPr>
        <p:spPr>
          <a:xfrm>
            <a:off x="624965" y="1309781"/>
            <a:ext cx="3550795" cy="1202871"/>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8">
            <a:extLst>
              <a:ext uri="{FF2B5EF4-FFF2-40B4-BE49-F238E27FC236}">
                <a16:creationId xmlns:a16="http://schemas.microsoft.com/office/drawing/2014/main" id="{135D2DEF-4A39-7E88-91CC-333AD9EE9F56}"/>
              </a:ext>
            </a:extLst>
          </p:cNvPr>
          <p:cNvSpPr/>
          <p:nvPr/>
        </p:nvSpPr>
        <p:spPr>
          <a:xfrm>
            <a:off x="1090277" y="1065441"/>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EKF</a:t>
            </a:r>
            <a:r>
              <a:rPr lang="zh-CN" altLang="en-US" sz="2000" b="1" dirty="0">
                <a:latin typeface="微软雅黑" panose="020B0503020204020204" pitchFamily="34" charset="-122"/>
                <a:ea typeface="微软雅黑" panose="020B0503020204020204" pitchFamily="34" charset="-122"/>
              </a:rPr>
              <a:t>状态估计</a:t>
            </a:r>
          </a:p>
        </p:txBody>
      </p:sp>
      <p:sp>
        <p:nvSpPr>
          <p:cNvPr id="7" name="文本框 6">
            <a:extLst>
              <a:ext uri="{FF2B5EF4-FFF2-40B4-BE49-F238E27FC236}">
                <a16:creationId xmlns:a16="http://schemas.microsoft.com/office/drawing/2014/main" id="{96FF02EB-A9CB-0468-C49A-86CE9203F76E}"/>
              </a:ext>
            </a:extLst>
          </p:cNvPr>
          <p:cNvSpPr txBox="1"/>
          <p:nvPr/>
        </p:nvSpPr>
        <p:spPr>
          <a:xfrm>
            <a:off x="814778" y="1509513"/>
            <a:ext cx="3175250" cy="923330"/>
          </a:xfrm>
          <a:prstGeom prst="rect">
            <a:avLst/>
          </a:prstGeom>
          <a:noFill/>
        </p:spPr>
        <p:txBody>
          <a:bodyPr wrap="square" rtlCol="0">
            <a:spAutoFit/>
          </a:bodyPr>
          <a:lstStyle/>
          <a:p>
            <a:r>
              <a:rPr lang="zh-CN" altLang="en-US" dirty="0"/>
              <a:t>在轮速运动学解算的基础上引入惯性加速度观测，进行前进速度估计</a:t>
            </a:r>
          </a:p>
        </p:txBody>
      </p:sp>
      <p:sp>
        <p:nvSpPr>
          <p:cNvPr id="8" name="圆角矩形 7">
            <a:extLst>
              <a:ext uri="{FF2B5EF4-FFF2-40B4-BE49-F238E27FC236}">
                <a16:creationId xmlns:a16="http://schemas.microsoft.com/office/drawing/2014/main" id="{948E6A36-4F62-1755-EEEC-383FFE7D231C}"/>
              </a:ext>
            </a:extLst>
          </p:cNvPr>
          <p:cNvSpPr/>
          <p:nvPr/>
        </p:nvSpPr>
        <p:spPr>
          <a:xfrm>
            <a:off x="644146" y="5103366"/>
            <a:ext cx="3550795" cy="149184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a:extLst>
              <a:ext uri="{FF2B5EF4-FFF2-40B4-BE49-F238E27FC236}">
                <a16:creationId xmlns:a16="http://schemas.microsoft.com/office/drawing/2014/main" id="{5EE72CED-FD8B-2EB0-294C-A0DA025C2C20}"/>
              </a:ext>
            </a:extLst>
          </p:cNvPr>
          <p:cNvSpPr/>
          <p:nvPr/>
        </p:nvSpPr>
        <p:spPr>
          <a:xfrm>
            <a:off x="1109458" y="4859026"/>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VMC</a:t>
            </a:r>
            <a:r>
              <a:rPr lang="zh-CN" altLang="en-US" sz="2000" b="1" dirty="0">
                <a:latin typeface="微软雅黑" panose="020B0503020204020204" pitchFamily="34" charset="-122"/>
                <a:ea typeface="微软雅黑" panose="020B0503020204020204" pitchFamily="34" charset="-122"/>
              </a:rPr>
              <a:t>腿部控制</a:t>
            </a:r>
          </a:p>
        </p:txBody>
      </p:sp>
      <p:sp>
        <p:nvSpPr>
          <p:cNvPr id="13" name="文本框 12">
            <a:extLst>
              <a:ext uri="{FF2B5EF4-FFF2-40B4-BE49-F238E27FC236}">
                <a16:creationId xmlns:a16="http://schemas.microsoft.com/office/drawing/2014/main" id="{330D44FA-E4CF-1C40-2906-87F86F506DA4}"/>
              </a:ext>
            </a:extLst>
          </p:cNvPr>
          <p:cNvSpPr txBox="1"/>
          <p:nvPr/>
        </p:nvSpPr>
        <p:spPr>
          <a:xfrm>
            <a:off x="833959" y="5303098"/>
            <a:ext cx="3175250" cy="1200329"/>
          </a:xfrm>
          <a:prstGeom prst="rect">
            <a:avLst/>
          </a:prstGeom>
          <a:noFill/>
        </p:spPr>
        <p:txBody>
          <a:bodyPr wrap="square" rtlCol="0">
            <a:spAutoFit/>
          </a:bodyPr>
          <a:lstStyle/>
          <a:p>
            <a:r>
              <a:rPr lang="zh-CN" altLang="en-US" dirty="0"/>
              <a:t>将腿长方向的轴向支撑力（包含重力前馈与腿长</a:t>
            </a:r>
            <a:r>
              <a:rPr lang="en-US" altLang="zh-CN" dirty="0"/>
              <a:t>PD</a:t>
            </a:r>
            <a:r>
              <a:rPr lang="zh-CN" altLang="en-US" dirty="0"/>
              <a:t>控制器输出）与</a:t>
            </a:r>
            <a:r>
              <a:rPr lang="en-US" altLang="zh-CN" dirty="0"/>
              <a:t>LQR</a:t>
            </a:r>
            <a:r>
              <a:rPr lang="zh-CN" altLang="en-US" dirty="0"/>
              <a:t>输出的腿摆力矩转换到关节空间</a:t>
            </a:r>
          </a:p>
        </p:txBody>
      </p:sp>
      <p:pic>
        <p:nvPicPr>
          <p:cNvPr id="14" name="图片 13">
            <a:extLst>
              <a:ext uri="{FF2B5EF4-FFF2-40B4-BE49-F238E27FC236}">
                <a16:creationId xmlns:a16="http://schemas.microsoft.com/office/drawing/2014/main" id="{5987A6CD-050D-9FB0-9D44-B77B503677BD}"/>
              </a:ext>
            </a:extLst>
          </p:cNvPr>
          <p:cNvPicPr>
            <a:picLocks noChangeAspect="1"/>
          </p:cNvPicPr>
          <p:nvPr/>
        </p:nvPicPr>
        <p:blipFill>
          <a:blip r:embed="rId4"/>
          <a:stretch>
            <a:fillRect/>
          </a:stretch>
        </p:blipFill>
        <p:spPr>
          <a:xfrm>
            <a:off x="8828289" y="4368540"/>
            <a:ext cx="1936415" cy="2359357"/>
          </a:xfrm>
          <a:prstGeom prst="rect">
            <a:avLst/>
          </a:prstGeom>
        </p:spPr>
      </p:pic>
      <p:sp>
        <p:nvSpPr>
          <p:cNvPr id="15" name="流程图: 过程 14">
            <a:extLst>
              <a:ext uri="{FF2B5EF4-FFF2-40B4-BE49-F238E27FC236}">
                <a16:creationId xmlns:a16="http://schemas.microsoft.com/office/drawing/2014/main" id="{8F689F27-E332-2373-4F49-71498AA77C6F}"/>
              </a:ext>
            </a:extLst>
          </p:cNvPr>
          <p:cNvSpPr/>
          <p:nvPr/>
        </p:nvSpPr>
        <p:spPr>
          <a:xfrm>
            <a:off x="8828217" y="4368540"/>
            <a:ext cx="1903278" cy="2426405"/>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pic>
        <p:nvPicPr>
          <p:cNvPr id="16" name="图片 15">
            <a:extLst>
              <a:ext uri="{FF2B5EF4-FFF2-40B4-BE49-F238E27FC236}">
                <a16:creationId xmlns:a16="http://schemas.microsoft.com/office/drawing/2014/main" id="{552C708B-8B55-CD1D-80CE-8C1E3324F7ED}"/>
              </a:ext>
            </a:extLst>
          </p:cNvPr>
          <p:cNvPicPr>
            <a:picLocks noChangeAspect="1"/>
          </p:cNvPicPr>
          <p:nvPr/>
        </p:nvPicPr>
        <p:blipFill>
          <a:blip r:embed="rId5"/>
          <a:stretch>
            <a:fillRect/>
          </a:stretch>
        </p:blipFill>
        <p:spPr>
          <a:xfrm>
            <a:off x="4700943" y="1381381"/>
            <a:ext cx="1004895" cy="476253"/>
          </a:xfrm>
          <a:prstGeom prst="rect">
            <a:avLst/>
          </a:prstGeom>
        </p:spPr>
      </p:pic>
      <p:pic>
        <p:nvPicPr>
          <p:cNvPr id="17" name="图片 16">
            <a:extLst>
              <a:ext uri="{FF2B5EF4-FFF2-40B4-BE49-F238E27FC236}">
                <a16:creationId xmlns:a16="http://schemas.microsoft.com/office/drawing/2014/main" id="{EACDED2C-2181-3B9E-D331-6341985DB5DA}"/>
              </a:ext>
            </a:extLst>
          </p:cNvPr>
          <p:cNvPicPr>
            <a:picLocks noChangeAspect="1"/>
          </p:cNvPicPr>
          <p:nvPr/>
        </p:nvPicPr>
        <p:blipFill>
          <a:blip r:embed="rId6"/>
          <a:stretch>
            <a:fillRect/>
          </a:stretch>
        </p:blipFill>
        <p:spPr>
          <a:xfrm>
            <a:off x="4700943" y="1970929"/>
            <a:ext cx="823919" cy="752481"/>
          </a:xfrm>
          <a:prstGeom prst="rect">
            <a:avLst/>
          </a:prstGeom>
        </p:spPr>
      </p:pic>
      <p:pic>
        <p:nvPicPr>
          <p:cNvPr id="18" name="图片 17">
            <a:extLst>
              <a:ext uri="{FF2B5EF4-FFF2-40B4-BE49-F238E27FC236}">
                <a16:creationId xmlns:a16="http://schemas.microsoft.com/office/drawing/2014/main" id="{E42D62DB-53D0-9036-B036-F41465252C2E}"/>
              </a:ext>
            </a:extLst>
          </p:cNvPr>
          <p:cNvPicPr>
            <a:picLocks noChangeAspect="1"/>
          </p:cNvPicPr>
          <p:nvPr/>
        </p:nvPicPr>
        <p:blipFill>
          <a:blip r:embed="rId7"/>
          <a:stretch>
            <a:fillRect/>
          </a:stretch>
        </p:blipFill>
        <p:spPr>
          <a:xfrm>
            <a:off x="5847819" y="1233065"/>
            <a:ext cx="947744" cy="676280"/>
          </a:xfrm>
          <a:prstGeom prst="rect">
            <a:avLst/>
          </a:prstGeom>
        </p:spPr>
      </p:pic>
      <p:pic>
        <p:nvPicPr>
          <p:cNvPr id="19" name="图片 18">
            <a:extLst>
              <a:ext uri="{FF2B5EF4-FFF2-40B4-BE49-F238E27FC236}">
                <a16:creationId xmlns:a16="http://schemas.microsoft.com/office/drawing/2014/main" id="{B29C9762-D091-DE3F-3964-B2C8A0EC5217}"/>
              </a:ext>
            </a:extLst>
          </p:cNvPr>
          <p:cNvPicPr>
            <a:picLocks noChangeAspect="1"/>
          </p:cNvPicPr>
          <p:nvPr/>
        </p:nvPicPr>
        <p:blipFill>
          <a:blip r:embed="rId8"/>
          <a:stretch>
            <a:fillRect/>
          </a:stretch>
        </p:blipFill>
        <p:spPr>
          <a:xfrm>
            <a:off x="5874012" y="2051003"/>
            <a:ext cx="895357" cy="657230"/>
          </a:xfrm>
          <a:prstGeom prst="rect">
            <a:avLst/>
          </a:prstGeom>
        </p:spPr>
      </p:pic>
      <p:sp>
        <p:nvSpPr>
          <p:cNvPr id="20" name="流程图: 过程 19">
            <a:extLst>
              <a:ext uri="{FF2B5EF4-FFF2-40B4-BE49-F238E27FC236}">
                <a16:creationId xmlns:a16="http://schemas.microsoft.com/office/drawing/2014/main" id="{462346CE-3A4C-E961-4B1C-20525E4F9B03}"/>
              </a:ext>
            </a:extLst>
          </p:cNvPr>
          <p:cNvSpPr/>
          <p:nvPr/>
        </p:nvSpPr>
        <p:spPr>
          <a:xfrm>
            <a:off x="4641072" y="1178716"/>
            <a:ext cx="2224104" cy="1633046"/>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pic>
        <p:nvPicPr>
          <p:cNvPr id="22" name="图片 21">
            <a:extLst>
              <a:ext uri="{FF2B5EF4-FFF2-40B4-BE49-F238E27FC236}">
                <a16:creationId xmlns:a16="http://schemas.microsoft.com/office/drawing/2014/main" id="{9B2088AA-FFA4-B6DF-15C6-C42C87F02F3C}"/>
              </a:ext>
            </a:extLst>
          </p:cNvPr>
          <p:cNvPicPr>
            <a:picLocks noChangeAspect="1"/>
          </p:cNvPicPr>
          <p:nvPr/>
        </p:nvPicPr>
        <p:blipFill>
          <a:blip r:embed="rId9"/>
          <a:stretch>
            <a:fillRect/>
          </a:stretch>
        </p:blipFill>
        <p:spPr>
          <a:xfrm>
            <a:off x="8188127" y="3578206"/>
            <a:ext cx="2860093" cy="546698"/>
          </a:xfrm>
          <a:prstGeom prst="rect">
            <a:avLst/>
          </a:prstGeom>
        </p:spPr>
      </p:pic>
      <p:pic>
        <p:nvPicPr>
          <p:cNvPr id="23" name="图片 22">
            <a:extLst>
              <a:ext uri="{FF2B5EF4-FFF2-40B4-BE49-F238E27FC236}">
                <a16:creationId xmlns:a16="http://schemas.microsoft.com/office/drawing/2014/main" id="{02E577CA-6E63-C6DA-E867-0C39FB187DF5}"/>
              </a:ext>
            </a:extLst>
          </p:cNvPr>
          <p:cNvPicPr>
            <a:picLocks noChangeAspect="1"/>
          </p:cNvPicPr>
          <p:nvPr/>
        </p:nvPicPr>
        <p:blipFill>
          <a:blip r:embed="rId10"/>
          <a:srcRect t="10183" b="20228"/>
          <a:stretch>
            <a:fillRect/>
          </a:stretch>
        </p:blipFill>
        <p:spPr>
          <a:xfrm>
            <a:off x="7461408" y="979034"/>
            <a:ext cx="4313533" cy="2251319"/>
          </a:xfrm>
          <a:prstGeom prst="rect">
            <a:avLst/>
          </a:prstGeom>
        </p:spPr>
      </p:pic>
      <p:pic>
        <p:nvPicPr>
          <p:cNvPr id="26" name="图片 25">
            <a:extLst>
              <a:ext uri="{FF2B5EF4-FFF2-40B4-BE49-F238E27FC236}">
                <a16:creationId xmlns:a16="http://schemas.microsoft.com/office/drawing/2014/main" id="{26A3FDA1-4152-FA14-B062-920D3A74FC0C}"/>
              </a:ext>
            </a:extLst>
          </p:cNvPr>
          <p:cNvPicPr>
            <a:picLocks noChangeAspect="1"/>
          </p:cNvPicPr>
          <p:nvPr/>
        </p:nvPicPr>
        <p:blipFill>
          <a:blip r:embed="rId11"/>
          <a:stretch>
            <a:fillRect/>
          </a:stretch>
        </p:blipFill>
        <p:spPr>
          <a:xfrm>
            <a:off x="4835779" y="5249633"/>
            <a:ext cx="3675319" cy="546697"/>
          </a:xfrm>
          <a:prstGeom prst="rect">
            <a:avLst/>
          </a:prstGeom>
        </p:spPr>
      </p:pic>
      <p:pic>
        <p:nvPicPr>
          <p:cNvPr id="27" name="图片 26">
            <a:extLst>
              <a:ext uri="{FF2B5EF4-FFF2-40B4-BE49-F238E27FC236}">
                <a16:creationId xmlns:a16="http://schemas.microsoft.com/office/drawing/2014/main" id="{FA7835FD-8DAB-BCAC-9FCD-D3F00C07D804}"/>
              </a:ext>
            </a:extLst>
          </p:cNvPr>
          <p:cNvPicPr>
            <a:picLocks noChangeAspect="1"/>
          </p:cNvPicPr>
          <p:nvPr/>
        </p:nvPicPr>
        <p:blipFill>
          <a:blip r:embed="rId12"/>
          <a:stretch>
            <a:fillRect/>
          </a:stretch>
        </p:blipFill>
        <p:spPr>
          <a:xfrm>
            <a:off x="4835779" y="6302233"/>
            <a:ext cx="1096627" cy="385964"/>
          </a:xfrm>
          <a:prstGeom prst="rect">
            <a:avLst/>
          </a:prstGeom>
        </p:spPr>
      </p:pic>
      <p:sp>
        <p:nvSpPr>
          <p:cNvPr id="28" name="左大括号 27">
            <a:extLst>
              <a:ext uri="{FF2B5EF4-FFF2-40B4-BE49-F238E27FC236}">
                <a16:creationId xmlns:a16="http://schemas.microsoft.com/office/drawing/2014/main" id="{B5F1A7B7-6DF2-34EA-5C9D-D3D796C557AF}"/>
              </a:ext>
            </a:extLst>
          </p:cNvPr>
          <p:cNvSpPr/>
          <p:nvPr/>
        </p:nvSpPr>
        <p:spPr>
          <a:xfrm>
            <a:off x="4580778" y="5500760"/>
            <a:ext cx="331485" cy="994455"/>
          </a:xfrm>
          <a:prstGeom prst="leftBrace">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36" name="图片 35">
            <a:extLst>
              <a:ext uri="{FF2B5EF4-FFF2-40B4-BE49-F238E27FC236}">
                <a16:creationId xmlns:a16="http://schemas.microsoft.com/office/drawing/2014/main" id="{EFE6652E-92A7-7AED-C320-0BC7BC4292F9}"/>
              </a:ext>
            </a:extLst>
          </p:cNvPr>
          <p:cNvPicPr>
            <a:picLocks noChangeAspect="1"/>
          </p:cNvPicPr>
          <p:nvPr/>
        </p:nvPicPr>
        <p:blipFill>
          <a:blip r:embed="rId13"/>
          <a:stretch>
            <a:fillRect/>
          </a:stretch>
        </p:blipFill>
        <p:spPr>
          <a:xfrm>
            <a:off x="4580778" y="2996267"/>
            <a:ext cx="2415318" cy="2007418"/>
          </a:xfrm>
          <a:prstGeom prst="rect">
            <a:avLst/>
          </a:prstGeom>
        </p:spPr>
      </p:pic>
      <p:sp>
        <p:nvSpPr>
          <p:cNvPr id="37" name="流程图: 过程 36">
            <a:extLst>
              <a:ext uri="{FF2B5EF4-FFF2-40B4-BE49-F238E27FC236}">
                <a16:creationId xmlns:a16="http://schemas.microsoft.com/office/drawing/2014/main" id="{20765515-44C2-CC06-8460-F83B1211BF6D}"/>
              </a:ext>
            </a:extLst>
          </p:cNvPr>
          <p:cNvSpPr/>
          <p:nvPr/>
        </p:nvSpPr>
        <p:spPr>
          <a:xfrm>
            <a:off x="4512060" y="2986077"/>
            <a:ext cx="2558684" cy="2104066"/>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Tree>
    <p:extLst>
      <p:ext uri="{BB962C8B-B14F-4D97-AF65-F5344CB8AC3E}">
        <p14:creationId xmlns:p14="http://schemas.microsoft.com/office/powerpoint/2010/main" val="4138766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88C6D-1CD2-FB0A-A908-6864B7BF5972}"/>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303D1AAE-C80B-79E5-BDCE-A78F6C61604D}"/>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F7512C63-FEFB-7A9D-7AF1-DFF83BD96D82}"/>
              </a:ext>
            </a:extLst>
          </p:cNvPr>
          <p:cNvSpPr/>
          <p:nvPr/>
        </p:nvSpPr>
        <p:spPr>
          <a:xfrm flipV="1">
            <a:off x="4014842" y="1247552"/>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B2B8E1D-1A90-C9E2-8D99-BCFF5248460F}"/>
              </a:ext>
            </a:extLst>
          </p:cNvPr>
          <p:cNvSpPr/>
          <p:nvPr/>
        </p:nvSpPr>
        <p:spPr>
          <a:xfrm flipV="1">
            <a:off x="3595465" y="1213181"/>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15C6D21-998C-CD71-6889-2A2022682A12}"/>
              </a:ext>
            </a:extLst>
          </p:cNvPr>
          <p:cNvSpPr txBox="1">
            <a:spLocks/>
          </p:cNvSpPr>
          <p:nvPr/>
        </p:nvSpPr>
        <p:spPr>
          <a:xfrm>
            <a:off x="4007210" y="1389622"/>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5C3B4A6D-9668-7E6B-A717-46AE518D7C89}"/>
              </a:ext>
            </a:extLst>
          </p:cNvPr>
          <p:cNvSpPr txBox="1"/>
          <p:nvPr/>
        </p:nvSpPr>
        <p:spPr>
          <a:xfrm>
            <a:off x="3534232" y="1266693"/>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9651B8D-5449-4778-437E-3682033D3ACF}"/>
              </a:ext>
            </a:extLst>
          </p:cNvPr>
          <p:cNvSpPr/>
          <p:nvPr/>
        </p:nvSpPr>
        <p:spPr>
          <a:xfrm flipV="1">
            <a:off x="3597012" y="2318036"/>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DB296DF7-C087-6255-5D30-A991E968758A}"/>
              </a:ext>
            </a:extLst>
          </p:cNvPr>
          <p:cNvSpPr/>
          <p:nvPr/>
        </p:nvSpPr>
        <p:spPr>
          <a:xfrm flipV="1">
            <a:off x="4014842" y="235240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A5C65904-6B2D-BF29-35AE-D1600F5B7C02}"/>
              </a:ext>
            </a:extLst>
          </p:cNvPr>
          <p:cNvSpPr txBox="1">
            <a:spLocks/>
          </p:cNvSpPr>
          <p:nvPr/>
        </p:nvSpPr>
        <p:spPr>
          <a:xfrm>
            <a:off x="4013293" y="2494477"/>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机器人机械结构设计</a:t>
            </a:r>
          </a:p>
        </p:txBody>
      </p:sp>
      <p:sp>
        <p:nvSpPr>
          <p:cNvPr id="50" name="文本框 49">
            <a:extLst>
              <a:ext uri="{FF2B5EF4-FFF2-40B4-BE49-F238E27FC236}">
                <a16:creationId xmlns:a16="http://schemas.microsoft.com/office/drawing/2014/main" id="{52B5B076-8E54-8538-815E-4A8525BA9B95}"/>
              </a:ext>
            </a:extLst>
          </p:cNvPr>
          <p:cNvSpPr txBox="1"/>
          <p:nvPr/>
        </p:nvSpPr>
        <p:spPr>
          <a:xfrm>
            <a:off x="3597012" y="2371548"/>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4F177A3B-5882-C4BD-5B3E-85663CC9BF51}"/>
              </a:ext>
            </a:extLst>
          </p:cNvPr>
          <p:cNvSpPr/>
          <p:nvPr/>
        </p:nvSpPr>
        <p:spPr>
          <a:xfrm flipV="1">
            <a:off x="4037785" y="35074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0BDEBB4-713C-07F8-7D0E-A8320ED1900A}"/>
              </a:ext>
            </a:extLst>
          </p:cNvPr>
          <p:cNvSpPr/>
          <p:nvPr/>
        </p:nvSpPr>
        <p:spPr>
          <a:xfrm flipV="1">
            <a:off x="3621504" y="3473065"/>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1DD82B4A-3761-18E7-E2DD-172DF675BC8A}"/>
              </a:ext>
            </a:extLst>
          </p:cNvPr>
          <p:cNvSpPr txBox="1">
            <a:spLocks/>
          </p:cNvSpPr>
          <p:nvPr/>
        </p:nvSpPr>
        <p:spPr>
          <a:xfrm>
            <a:off x="4045417" y="36495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运动学与动力学建模</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86247AD0-5E68-9817-9279-EA74574F9365}"/>
              </a:ext>
            </a:extLst>
          </p:cNvPr>
          <p:cNvSpPr txBox="1"/>
          <p:nvPr/>
        </p:nvSpPr>
        <p:spPr>
          <a:xfrm>
            <a:off x="3621504" y="35265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9AC8110-DCC3-89FA-EA6E-C0206B752CBF}"/>
              </a:ext>
            </a:extLst>
          </p:cNvPr>
          <p:cNvSpPr/>
          <p:nvPr/>
        </p:nvSpPr>
        <p:spPr>
          <a:xfrm flipV="1">
            <a:off x="4016389" y="467072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FEAB73EB-719E-52DD-F616-032BC5456D27}"/>
              </a:ext>
            </a:extLst>
          </p:cNvPr>
          <p:cNvSpPr/>
          <p:nvPr/>
        </p:nvSpPr>
        <p:spPr>
          <a:xfrm flipV="1">
            <a:off x="3600108" y="4636353"/>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B8147CE9-D657-615B-87D4-813DE355B7C2}"/>
              </a:ext>
            </a:extLst>
          </p:cNvPr>
          <p:cNvSpPr txBox="1">
            <a:spLocks/>
          </p:cNvSpPr>
          <p:nvPr/>
        </p:nvSpPr>
        <p:spPr>
          <a:xfrm>
            <a:off x="4024021" y="4812794"/>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控制策略设计</a:t>
            </a:r>
          </a:p>
        </p:txBody>
      </p:sp>
      <p:sp>
        <p:nvSpPr>
          <p:cNvPr id="58" name="文本框 57">
            <a:extLst>
              <a:ext uri="{FF2B5EF4-FFF2-40B4-BE49-F238E27FC236}">
                <a16:creationId xmlns:a16="http://schemas.microsoft.com/office/drawing/2014/main" id="{E393EEC4-4DBA-6A17-3587-B9422017C93B}"/>
              </a:ext>
            </a:extLst>
          </p:cNvPr>
          <p:cNvSpPr txBox="1"/>
          <p:nvPr/>
        </p:nvSpPr>
        <p:spPr>
          <a:xfrm>
            <a:off x="3600108" y="4689865"/>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矩形: 圆角 12">
            <a:extLst>
              <a:ext uri="{FF2B5EF4-FFF2-40B4-BE49-F238E27FC236}">
                <a16:creationId xmlns:a16="http://schemas.microsoft.com/office/drawing/2014/main" id="{A30FE475-8856-1C72-0B99-FD8C5D8BF3C3}"/>
              </a:ext>
            </a:extLst>
          </p:cNvPr>
          <p:cNvSpPr/>
          <p:nvPr/>
        </p:nvSpPr>
        <p:spPr>
          <a:xfrm flipV="1">
            <a:off x="4007210" y="5687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椭圆 2">
            <a:extLst>
              <a:ext uri="{FF2B5EF4-FFF2-40B4-BE49-F238E27FC236}">
                <a16:creationId xmlns:a16="http://schemas.microsoft.com/office/drawing/2014/main" id="{4A0B79A0-930B-B125-8793-958EA396803D}"/>
              </a:ext>
            </a:extLst>
          </p:cNvPr>
          <p:cNvSpPr/>
          <p:nvPr/>
        </p:nvSpPr>
        <p:spPr>
          <a:xfrm flipV="1">
            <a:off x="3590929" y="5652649"/>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0D005AFA-F021-7F1D-6A96-B82E97591C9C}"/>
              </a:ext>
            </a:extLst>
          </p:cNvPr>
          <p:cNvSpPr txBox="1">
            <a:spLocks/>
          </p:cNvSpPr>
          <p:nvPr/>
        </p:nvSpPr>
        <p:spPr>
          <a:xfrm>
            <a:off x="4014842" y="5829090"/>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实验与总结</a:t>
            </a:r>
          </a:p>
        </p:txBody>
      </p:sp>
      <p:sp>
        <p:nvSpPr>
          <p:cNvPr id="5" name="文本框 4">
            <a:extLst>
              <a:ext uri="{FF2B5EF4-FFF2-40B4-BE49-F238E27FC236}">
                <a16:creationId xmlns:a16="http://schemas.microsoft.com/office/drawing/2014/main" id="{A2E376D0-639C-856A-D5A4-CEC976C5403C}"/>
              </a:ext>
            </a:extLst>
          </p:cNvPr>
          <p:cNvSpPr txBox="1"/>
          <p:nvPr/>
        </p:nvSpPr>
        <p:spPr>
          <a:xfrm>
            <a:off x="3590929" y="5706161"/>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744457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503D-0545-F1A9-45D0-BD5B36BE247C}"/>
            </a:ext>
          </a:extLst>
        </p:cNvPr>
        <p:cNvGrpSpPr/>
        <p:nvPr/>
      </p:nvGrpSpPr>
      <p:grpSpPr>
        <a:xfrm>
          <a:off x="0" y="0"/>
          <a:ext cx="0" cy="0"/>
          <a:chOff x="0" y="0"/>
          <a:chExt cx="0" cy="0"/>
        </a:xfrm>
      </p:grpSpPr>
      <p:sp>
        <p:nvSpPr>
          <p:cNvPr id="9" name="圆角矩形 7">
            <a:extLst>
              <a:ext uri="{FF2B5EF4-FFF2-40B4-BE49-F238E27FC236}">
                <a16:creationId xmlns:a16="http://schemas.microsoft.com/office/drawing/2014/main" id="{00C5C336-520C-A07A-F803-1D303F509FE3}"/>
              </a:ext>
            </a:extLst>
          </p:cNvPr>
          <p:cNvSpPr/>
          <p:nvPr/>
        </p:nvSpPr>
        <p:spPr>
          <a:xfrm>
            <a:off x="605262" y="1272302"/>
            <a:ext cx="3550795" cy="204067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79B2BEED-484B-AE57-34D4-EF3B8716E52C}"/>
              </a:ext>
            </a:extLst>
          </p:cNvPr>
          <p:cNvSpPr/>
          <p:nvPr/>
        </p:nvSpPr>
        <p:spPr>
          <a:xfrm>
            <a:off x="1070574" y="102796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仿真配置</a:t>
            </a:r>
          </a:p>
        </p:txBody>
      </p:sp>
      <p:sp>
        <p:nvSpPr>
          <p:cNvPr id="11" name="文本框 10">
            <a:extLst>
              <a:ext uri="{FF2B5EF4-FFF2-40B4-BE49-F238E27FC236}">
                <a16:creationId xmlns:a16="http://schemas.microsoft.com/office/drawing/2014/main" id="{E1E176E0-90D2-6B02-286D-7F514F5BA8DA}"/>
              </a:ext>
            </a:extLst>
          </p:cNvPr>
          <p:cNvSpPr txBox="1"/>
          <p:nvPr/>
        </p:nvSpPr>
        <p:spPr>
          <a:xfrm>
            <a:off x="795075" y="1472034"/>
            <a:ext cx="3175250" cy="1704569"/>
          </a:xfrm>
          <a:prstGeom prst="rect">
            <a:avLst/>
          </a:prstGeom>
          <a:noFill/>
        </p:spPr>
        <p:txBody>
          <a:bodyPr wrap="square" rtlCol="0">
            <a:spAutoFit/>
          </a:bodyPr>
          <a:lstStyle/>
          <a:p>
            <a:pPr latinLnBrk="1">
              <a:lnSpc>
                <a:spcPct val="150000"/>
              </a:lnSpc>
            </a:pPr>
            <a:r>
              <a:rPr lang="zh-CN" altLang="en-US" dirty="0">
                <a:latin typeface="+mn-ea"/>
              </a:rPr>
              <a:t>通过</a:t>
            </a:r>
            <a:r>
              <a:rPr lang="en-US" altLang="zh-CN" dirty="0">
                <a:latin typeface="+mn-ea"/>
              </a:rPr>
              <a:t>SolidWorks</a:t>
            </a:r>
            <a:r>
              <a:rPr lang="zh-CN" altLang="en-US" dirty="0">
                <a:latin typeface="+mn-ea"/>
              </a:rPr>
              <a:t>插件导出模型</a:t>
            </a:r>
            <a:r>
              <a:rPr lang="en-US" altLang="zh-CN" dirty="0">
                <a:latin typeface="+mn-ea"/>
              </a:rPr>
              <a:t>URDF</a:t>
            </a:r>
            <a:r>
              <a:rPr lang="zh-CN" altLang="en-US" dirty="0">
                <a:latin typeface="+mn-ea"/>
              </a:rPr>
              <a:t>，在</a:t>
            </a:r>
            <a:r>
              <a:rPr lang="en-US" altLang="zh-CN" dirty="0" err="1">
                <a:latin typeface="+mn-ea"/>
              </a:rPr>
              <a:t>MuJoCo</a:t>
            </a:r>
            <a:r>
              <a:rPr lang="zh-CN" altLang="en-US" dirty="0">
                <a:latin typeface="+mn-ea"/>
              </a:rPr>
              <a:t>中手动设置关节、执行器、传感器、并联运动链</a:t>
            </a:r>
          </a:p>
        </p:txBody>
      </p:sp>
      <p:pic>
        <p:nvPicPr>
          <p:cNvPr id="4" name="图片 3">
            <a:extLst>
              <a:ext uri="{FF2B5EF4-FFF2-40B4-BE49-F238E27FC236}">
                <a16:creationId xmlns:a16="http://schemas.microsoft.com/office/drawing/2014/main" id="{A5540989-FE15-905B-56C1-1851B5413EDF}"/>
              </a:ext>
            </a:extLst>
          </p:cNvPr>
          <p:cNvPicPr>
            <a:picLocks noChangeAspect="1"/>
          </p:cNvPicPr>
          <p:nvPr/>
        </p:nvPicPr>
        <p:blipFill>
          <a:blip r:embed="rId3"/>
          <a:stretch>
            <a:fillRect/>
          </a:stretch>
        </p:blipFill>
        <p:spPr>
          <a:xfrm>
            <a:off x="11386457" y="712066"/>
            <a:ext cx="662165" cy="315896"/>
          </a:xfrm>
          <a:prstGeom prst="rect">
            <a:avLst/>
          </a:prstGeom>
        </p:spPr>
      </p:pic>
      <p:sp>
        <p:nvSpPr>
          <p:cNvPr id="21" name="标题 1">
            <a:extLst>
              <a:ext uri="{FF2B5EF4-FFF2-40B4-BE49-F238E27FC236}">
                <a16:creationId xmlns:a16="http://schemas.microsoft.com/office/drawing/2014/main" id="{0C6AB33D-4382-8FD8-275C-39FDBD9C85E4}"/>
              </a:ext>
            </a:extLst>
          </p:cNvPr>
          <p:cNvSpPr>
            <a:spLocks noGrp="1"/>
          </p:cNvSpPr>
          <p:nvPr>
            <p:ph type="title"/>
          </p:nvPr>
        </p:nvSpPr>
        <p:spPr>
          <a:xfrm>
            <a:off x="-5254" y="271086"/>
            <a:ext cx="12192000" cy="564806"/>
          </a:xfrm>
        </p:spPr>
        <p:txBody>
          <a:bodyPr/>
          <a:lstStyle/>
          <a:p>
            <a:r>
              <a:rPr kumimoji="1" lang="en-US" altLang="zh-CN" dirty="0" err="1">
                <a:latin typeface="思源黑体 CN Bold" panose="020B0800000000000000" pitchFamily="34" charset="-122"/>
                <a:ea typeface="思源黑体 CN Bold" panose="020B0800000000000000" pitchFamily="34" charset="-122"/>
              </a:rPr>
              <a:t>MuJoCo</a:t>
            </a:r>
            <a:r>
              <a:rPr kumimoji="1" lang="zh-CN" altLang="en-US" dirty="0">
                <a:latin typeface="思源黑体 CN Bold" panose="020B0800000000000000" pitchFamily="34" charset="-122"/>
                <a:ea typeface="思源黑体 CN Bold" panose="020B0800000000000000" pitchFamily="34" charset="-122"/>
              </a:rPr>
              <a:t>仿真实验</a:t>
            </a:r>
          </a:p>
        </p:txBody>
      </p:sp>
      <p:sp>
        <p:nvSpPr>
          <p:cNvPr id="3" name="文本框 2">
            <a:extLst>
              <a:ext uri="{FF2B5EF4-FFF2-40B4-BE49-F238E27FC236}">
                <a16:creationId xmlns:a16="http://schemas.microsoft.com/office/drawing/2014/main" id="{9ACC0C6A-A494-D882-5330-4F3C06A637FD}"/>
              </a:ext>
            </a:extLst>
          </p:cNvPr>
          <p:cNvSpPr txBox="1"/>
          <p:nvPr/>
        </p:nvSpPr>
        <p:spPr>
          <a:xfrm>
            <a:off x="1070574" y="6309915"/>
            <a:ext cx="2230098" cy="276999"/>
          </a:xfrm>
          <a:prstGeom prst="rect">
            <a:avLst/>
          </a:prstGeom>
          <a:noFill/>
        </p:spPr>
        <p:txBody>
          <a:bodyPr wrap="none" rtlCol="0">
            <a:spAutoFit/>
          </a:bodyPr>
          <a:lstStyle/>
          <a:p>
            <a:r>
              <a:rPr lang="en-US" altLang="zh-CN" sz="1200" dirty="0" err="1"/>
              <a:t>MuJoCo</a:t>
            </a:r>
            <a:r>
              <a:rPr lang="zh-CN" altLang="en-US" sz="1200" dirty="0"/>
              <a:t>双轮足机器人仿真模型</a:t>
            </a:r>
          </a:p>
        </p:txBody>
      </p:sp>
      <p:pic>
        <p:nvPicPr>
          <p:cNvPr id="6" name="图片 5">
            <a:extLst>
              <a:ext uri="{FF2B5EF4-FFF2-40B4-BE49-F238E27FC236}">
                <a16:creationId xmlns:a16="http://schemas.microsoft.com/office/drawing/2014/main" id="{E263F490-022F-7103-A8A7-58F8831E0A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179" y="3557315"/>
            <a:ext cx="4290565" cy="2681603"/>
          </a:xfrm>
          <a:prstGeom prst="rect">
            <a:avLst/>
          </a:prstGeom>
        </p:spPr>
      </p:pic>
      <p:pic>
        <p:nvPicPr>
          <p:cNvPr id="7" name="图片 6">
            <a:extLst>
              <a:ext uri="{FF2B5EF4-FFF2-40B4-BE49-F238E27FC236}">
                <a16:creationId xmlns:a16="http://schemas.microsoft.com/office/drawing/2014/main" id="{C2DDB704-02D0-03B6-21FA-D322BE8C358D}"/>
              </a:ext>
            </a:extLst>
          </p:cNvPr>
          <p:cNvPicPr>
            <a:picLocks noChangeAspect="1"/>
          </p:cNvPicPr>
          <p:nvPr/>
        </p:nvPicPr>
        <p:blipFill>
          <a:blip r:embed="rId5"/>
          <a:stretch>
            <a:fillRect/>
          </a:stretch>
        </p:blipFill>
        <p:spPr>
          <a:xfrm>
            <a:off x="4518317" y="1027962"/>
            <a:ext cx="3747290" cy="4044508"/>
          </a:xfrm>
          <a:prstGeom prst="rect">
            <a:avLst/>
          </a:prstGeom>
        </p:spPr>
      </p:pic>
      <p:pic>
        <p:nvPicPr>
          <p:cNvPr id="8" name="图片 7">
            <a:extLst>
              <a:ext uri="{FF2B5EF4-FFF2-40B4-BE49-F238E27FC236}">
                <a16:creationId xmlns:a16="http://schemas.microsoft.com/office/drawing/2014/main" id="{FCCCB346-D732-27F2-7BE3-483157C55F34}"/>
              </a:ext>
            </a:extLst>
          </p:cNvPr>
          <p:cNvPicPr>
            <a:picLocks noChangeAspect="1"/>
          </p:cNvPicPr>
          <p:nvPr/>
        </p:nvPicPr>
        <p:blipFill>
          <a:blip r:embed="rId6"/>
          <a:stretch>
            <a:fillRect/>
          </a:stretch>
        </p:blipFill>
        <p:spPr>
          <a:xfrm>
            <a:off x="8265607" y="1026237"/>
            <a:ext cx="3690293" cy="4044508"/>
          </a:xfrm>
          <a:prstGeom prst="rect">
            <a:avLst/>
          </a:prstGeom>
        </p:spPr>
      </p:pic>
      <p:sp>
        <p:nvSpPr>
          <p:cNvPr id="12" name="圆角矩形 7">
            <a:extLst>
              <a:ext uri="{FF2B5EF4-FFF2-40B4-BE49-F238E27FC236}">
                <a16:creationId xmlns:a16="http://schemas.microsoft.com/office/drawing/2014/main" id="{5D31A334-470D-02B9-7994-45DF11D495BE}"/>
              </a:ext>
            </a:extLst>
          </p:cNvPr>
          <p:cNvSpPr/>
          <p:nvPr/>
        </p:nvSpPr>
        <p:spPr>
          <a:xfrm>
            <a:off x="4653643" y="5159899"/>
            <a:ext cx="7266214" cy="153041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DEFB9CD3-CE69-7E72-D171-B7BA4FCB6EB4}"/>
              </a:ext>
            </a:extLst>
          </p:cNvPr>
          <p:cNvSpPr txBox="1"/>
          <p:nvPr/>
        </p:nvSpPr>
        <p:spPr>
          <a:xfrm>
            <a:off x="4765881" y="5104493"/>
            <a:ext cx="7041737" cy="1530419"/>
          </a:xfrm>
          <a:prstGeom prst="rect">
            <a:avLst/>
          </a:prstGeom>
          <a:noFill/>
        </p:spPr>
        <p:txBody>
          <a:bodyPr wrap="square">
            <a:spAutoFit/>
          </a:bodyPr>
          <a:lstStyle/>
          <a:p>
            <a:pPr latinLnBrk="1">
              <a:lnSpc>
                <a:spcPct val="150000"/>
              </a:lnSpc>
            </a:pPr>
            <a:r>
              <a:rPr lang="zh-CN" altLang="en-US" sz="1600" dirty="0"/>
              <a:t>机体俯仰角在</a:t>
            </a:r>
            <a:r>
              <a:rPr lang="en-US" altLang="zh-CN" sz="1600" dirty="0"/>
              <a:t>0.4s</a:t>
            </a:r>
            <a:r>
              <a:rPr lang="zh-CN" altLang="en-US" sz="1600" dirty="0"/>
              <a:t>后收敛、左右腿角在</a:t>
            </a:r>
            <a:r>
              <a:rPr lang="en-US" altLang="zh-CN" sz="1600" dirty="0"/>
              <a:t>0.3s</a:t>
            </a:r>
            <a:r>
              <a:rPr lang="zh-CN" altLang="en-US" sz="1600" dirty="0"/>
              <a:t>后收敛，水平速度在 </a:t>
            </a:r>
            <a:r>
              <a:rPr lang="en-US" altLang="zh-CN" sz="1600" dirty="0"/>
              <a:t>0.2s</a:t>
            </a:r>
            <a:r>
              <a:rPr lang="zh-CN" altLang="en-US" sz="1600" dirty="0"/>
              <a:t>后收敛，整个控制过程没有明显震荡超调；</a:t>
            </a:r>
            <a:endParaRPr lang="en-US" altLang="zh-CN" sz="1600" dirty="0"/>
          </a:p>
          <a:p>
            <a:pPr latinLnBrk="1">
              <a:lnSpc>
                <a:spcPct val="150000"/>
              </a:lnSpc>
            </a:pPr>
            <a:r>
              <a:rPr lang="zh-CN" altLang="en-US" sz="1600" dirty="0"/>
              <a:t>实际速度对参考速度的跟随误差在</a:t>
            </a:r>
            <a:r>
              <a:rPr lang="en-US" altLang="zh-CN" sz="1600" dirty="0"/>
              <a:t>2s</a:t>
            </a:r>
            <a:r>
              <a:rPr lang="zh-CN" altLang="en-US" sz="1600" dirty="0"/>
              <a:t>后逐渐收敛为</a:t>
            </a:r>
            <a:r>
              <a:rPr lang="en-US" altLang="zh-CN" sz="1600" dirty="0"/>
              <a:t>0</a:t>
            </a:r>
            <a:r>
              <a:rPr lang="zh-CN" altLang="en-US" sz="1600" dirty="0"/>
              <a:t>，速度切换时的俯仰角峰值为</a:t>
            </a:r>
            <a:r>
              <a:rPr lang="en-US" altLang="zh-CN" sz="1600" dirty="0"/>
              <a:t>0.05</a:t>
            </a:r>
            <a:r>
              <a:rPr lang="zh-CN" altLang="en-US" sz="1600" dirty="0"/>
              <a:t>𝑟𝑎𝑑，轮端力矩峰值在</a:t>
            </a:r>
            <a:r>
              <a:rPr lang="en-US" altLang="zh-CN" sz="1600" dirty="0"/>
              <a:t>2</a:t>
            </a:r>
            <a:r>
              <a:rPr lang="zh-CN" altLang="en-US" sz="1600" dirty="0"/>
              <a:t>𝑁</a:t>
            </a:r>
            <a:r>
              <a:rPr lang="en-US" altLang="zh-CN" sz="1600" dirty="0"/>
              <a:t>·</a:t>
            </a:r>
            <a:r>
              <a:rPr lang="zh-CN" altLang="en-US" sz="1600" dirty="0"/>
              <a:t>𝑚内</a:t>
            </a:r>
            <a:endParaRPr lang="en-US" altLang="zh-CN" sz="1600" dirty="0"/>
          </a:p>
        </p:txBody>
      </p:sp>
    </p:spTree>
    <p:extLst>
      <p:ext uri="{BB962C8B-B14F-4D97-AF65-F5344CB8AC3E}">
        <p14:creationId xmlns:p14="http://schemas.microsoft.com/office/powerpoint/2010/main" val="3151537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386457" y="712066"/>
            <a:ext cx="662165" cy="315896"/>
          </a:xfrm>
          <a:prstGeom prst="rect">
            <a:avLst/>
          </a:prstGeom>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en-US" altLang="zh-CN" dirty="0" err="1">
                <a:latin typeface="思源黑体 CN Bold" panose="020B0800000000000000" pitchFamily="34" charset="-122"/>
                <a:ea typeface="思源黑体 CN Bold" panose="020B0800000000000000" pitchFamily="34" charset="-122"/>
              </a:rPr>
              <a:t>MuJoCo</a:t>
            </a:r>
            <a:r>
              <a:rPr kumimoji="1" lang="zh-CN" altLang="en-US" dirty="0">
                <a:latin typeface="思源黑体 CN Bold" panose="020B0800000000000000" pitchFamily="34" charset="-122"/>
                <a:ea typeface="思源黑体 CN Bold" panose="020B0800000000000000" pitchFamily="34" charset="-122"/>
              </a:rPr>
              <a:t>仿真实验</a:t>
            </a:r>
          </a:p>
        </p:txBody>
      </p:sp>
      <p:pic>
        <p:nvPicPr>
          <p:cNvPr id="2" name="图片 1">
            <a:extLst>
              <a:ext uri="{FF2B5EF4-FFF2-40B4-BE49-F238E27FC236}">
                <a16:creationId xmlns:a16="http://schemas.microsoft.com/office/drawing/2014/main" id="{278BB3CB-7A3F-2E71-551A-C99039C89B95}"/>
              </a:ext>
            </a:extLst>
          </p:cNvPr>
          <p:cNvPicPr>
            <a:picLocks noChangeAspect="1"/>
          </p:cNvPicPr>
          <p:nvPr/>
        </p:nvPicPr>
        <p:blipFill>
          <a:blip r:embed="rId4"/>
          <a:stretch>
            <a:fillRect/>
          </a:stretch>
        </p:blipFill>
        <p:spPr>
          <a:xfrm>
            <a:off x="782387" y="960318"/>
            <a:ext cx="3123531" cy="1742152"/>
          </a:xfrm>
          <a:prstGeom prst="rect">
            <a:avLst/>
          </a:prstGeom>
        </p:spPr>
      </p:pic>
      <p:pic>
        <p:nvPicPr>
          <p:cNvPr id="3" name="图片 2">
            <a:extLst>
              <a:ext uri="{FF2B5EF4-FFF2-40B4-BE49-F238E27FC236}">
                <a16:creationId xmlns:a16="http://schemas.microsoft.com/office/drawing/2014/main" id="{8A227F2C-40C1-48DD-5E42-7A5BEDC54734}"/>
              </a:ext>
            </a:extLst>
          </p:cNvPr>
          <p:cNvPicPr>
            <a:picLocks noChangeAspect="1"/>
          </p:cNvPicPr>
          <p:nvPr/>
        </p:nvPicPr>
        <p:blipFill>
          <a:blip r:embed="rId5"/>
          <a:stretch>
            <a:fillRect/>
          </a:stretch>
        </p:blipFill>
        <p:spPr>
          <a:xfrm>
            <a:off x="4566192" y="951611"/>
            <a:ext cx="3123532" cy="1750859"/>
          </a:xfrm>
          <a:prstGeom prst="rect">
            <a:avLst/>
          </a:prstGeom>
        </p:spPr>
      </p:pic>
      <p:pic>
        <p:nvPicPr>
          <p:cNvPr id="7" name="图片 6">
            <a:extLst>
              <a:ext uri="{FF2B5EF4-FFF2-40B4-BE49-F238E27FC236}">
                <a16:creationId xmlns:a16="http://schemas.microsoft.com/office/drawing/2014/main" id="{9821E296-A6E8-841D-8800-A943228CFC16}"/>
              </a:ext>
            </a:extLst>
          </p:cNvPr>
          <p:cNvPicPr>
            <a:picLocks noChangeAspect="1"/>
          </p:cNvPicPr>
          <p:nvPr/>
        </p:nvPicPr>
        <p:blipFill>
          <a:blip r:embed="rId6"/>
          <a:stretch>
            <a:fillRect/>
          </a:stretch>
        </p:blipFill>
        <p:spPr>
          <a:xfrm>
            <a:off x="389454" y="2851584"/>
            <a:ext cx="7391517" cy="3685783"/>
          </a:xfrm>
          <a:prstGeom prst="rect">
            <a:avLst/>
          </a:prstGeom>
        </p:spPr>
      </p:pic>
      <p:sp>
        <p:nvSpPr>
          <p:cNvPr id="8" name="圆角矩形 7">
            <a:extLst>
              <a:ext uri="{FF2B5EF4-FFF2-40B4-BE49-F238E27FC236}">
                <a16:creationId xmlns:a16="http://schemas.microsoft.com/office/drawing/2014/main" id="{F25AB784-57E0-86D5-6928-25384900E7E3}"/>
              </a:ext>
            </a:extLst>
          </p:cNvPr>
          <p:cNvSpPr/>
          <p:nvPr/>
        </p:nvSpPr>
        <p:spPr>
          <a:xfrm>
            <a:off x="8062255" y="1545033"/>
            <a:ext cx="3347358" cy="447476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6113FD3C-52D3-E2A3-0461-E32C59370045}"/>
              </a:ext>
            </a:extLst>
          </p:cNvPr>
          <p:cNvSpPr txBox="1"/>
          <p:nvPr/>
        </p:nvSpPr>
        <p:spPr>
          <a:xfrm>
            <a:off x="8113960" y="1655460"/>
            <a:ext cx="3243947" cy="4117346"/>
          </a:xfrm>
          <a:prstGeom prst="rect">
            <a:avLst/>
          </a:prstGeom>
          <a:noFill/>
        </p:spPr>
        <p:txBody>
          <a:bodyPr wrap="square">
            <a:spAutoFit/>
          </a:bodyPr>
          <a:lstStyle/>
          <a:p>
            <a:pPr latinLnBrk="1">
              <a:lnSpc>
                <a:spcPct val="150000"/>
              </a:lnSpc>
            </a:pPr>
            <a:r>
              <a:rPr lang="zh-CN" altLang="en-US" sz="1600" dirty="0"/>
              <a:t>竖直扰动施加后，腿部轴向力首先 出现短时峰值，随后在阻尼项作用下逐渐回到稳定支撑范围，左右腿长也未产生持续发散。该结果说明</a:t>
            </a:r>
            <a:r>
              <a:rPr lang="en-US" altLang="zh-CN" sz="1600" dirty="0"/>
              <a:t>VMC</a:t>
            </a:r>
            <a:r>
              <a:rPr lang="zh-CN" altLang="en-US" sz="1600" dirty="0"/>
              <a:t>腿长通道能够对瞬时竖直载荷进行缓冲</a:t>
            </a:r>
            <a:endParaRPr lang="en-US" altLang="zh-CN" sz="1600" dirty="0"/>
          </a:p>
          <a:p>
            <a:pPr latinLnBrk="1">
              <a:lnSpc>
                <a:spcPct val="150000"/>
              </a:lnSpc>
            </a:pPr>
            <a:endParaRPr lang="en-US" altLang="zh-CN" sz="1600" dirty="0"/>
          </a:p>
          <a:p>
            <a:pPr latinLnBrk="1">
              <a:lnSpc>
                <a:spcPct val="150000"/>
              </a:lnSpc>
            </a:pPr>
            <a:r>
              <a:rPr lang="zh-CN" altLang="en-US" sz="1600" dirty="0"/>
              <a:t>水平扰动施加后，机体俯仰角和前进速度出现瞬时偏差，轮端力矩随即产生反向调节，使机器人重新回到平衡状态。</a:t>
            </a:r>
            <a:endParaRPr lang="en-US" altLang="zh-CN" sz="1600" dirty="0"/>
          </a:p>
        </p:txBody>
      </p:sp>
    </p:spTree>
    <p:extLst>
      <p:ext uri="{BB962C8B-B14F-4D97-AF65-F5344CB8AC3E}">
        <p14:creationId xmlns:p14="http://schemas.microsoft.com/office/powerpoint/2010/main" val="3728320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478986" y="712065"/>
            <a:ext cx="569636" cy="271753"/>
          </a:xfrm>
          <a:prstGeom prst="rect">
            <a:avLst/>
          </a:prstGeom>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样机实验</a:t>
            </a:r>
          </a:p>
        </p:txBody>
      </p:sp>
      <p:pic>
        <p:nvPicPr>
          <p:cNvPr id="6" name="图片 5">
            <a:extLst>
              <a:ext uri="{FF2B5EF4-FFF2-40B4-BE49-F238E27FC236}">
                <a16:creationId xmlns:a16="http://schemas.microsoft.com/office/drawing/2014/main" id="{610A1541-02BD-248C-B136-3A1966498296}"/>
              </a:ext>
            </a:extLst>
          </p:cNvPr>
          <p:cNvPicPr>
            <a:picLocks noChangeAspect="1"/>
          </p:cNvPicPr>
          <p:nvPr/>
        </p:nvPicPr>
        <p:blipFill>
          <a:blip r:embed="rId4"/>
          <a:stretch>
            <a:fillRect/>
          </a:stretch>
        </p:blipFill>
        <p:spPr>
          <a:xfrm>
            <a:off x="250402" y="1000280"/>
            <a:ext cx="3559239" cy="2730251"/>
          </a:xfrm>
          <a:prstGeom prst="rect">
            <a:avLst/>
          </a:prstGeom>
        </p:spPr>
      </p:pic>
      <p:sp>
        <p:nvSpPr>
          <p:cNvPr id="10" name="文本框 9">
            <a:extLst>
              <a:ext uri="{FF2B5EF4-FFF2-40B4-BE49-F238E27FC236}">
                <a16:creationId xmlns:a16="http://schemas.microsoft.com/office/drawing/2014/main" id="{908AFC02-E086-F147-3E69-2DC96F09F10E}"/>
              </a:ext>
            </a:extLst>
          </p:cNvPr>
          <p:cNvSpPr txBox="1"/>
          <p:nvPr/>
        </p:nvSpPr>
        <p:spPr>
          <a:xfrm>
            <a:off x="1548745" y="3697872"/>
            <a:ext cx="954107" cy="276999"/>
          </a:xfrm>
          <a:prstGeom prst="rect">
            <a:avLst/>
          </a:prstGeom>
          <a:noFill/>
        </p:spPr>
        <p:txBody>
          <a:bodyPr wrap="none" rtlCol="0">
            <a:spAutoFit/>
          </a:bodyPr>
          <a:lstStyle/>
          <a:p>
            <a:r>
              <a:rPr lang="zh-CN" altLang="en-US" sz="1200" dirty="0"/>
              <a:t>样机实物图</a:t>
            </a:r>
          </a:p>
        </p:txBody>
      </p:sp>
      <p:pic>
        <p:nvPicPr>
          <p:cNvPr id="11" name="图片 10">
            <a:extLst>
              <a:ext uri="{FF2B5EF4-FFF2-40B4-BE49-F238E27FC236}">
                <a16:creationId xmlns:a16="http://schemas.microsoft.com/office/drawing/2014/main" id="{39486E08-8F8E-91EC-20D4-39FA0C41DFA7}"/>
              </a:ext>
            </a:extLst>
          </p:cNvPr>
          <p:cNvPicPr>
            <a:picLocks noChangeAspect="1"/>
          </p:cNvPicPr>
          <p:nvPr/>
        </p:nvPicPr>
        <p:blipFill>
          <a:blip r:embed="rId5"/>
          <a:stretch>
            <a:fillRect/>
          </a:stretch>
        </p:blipFill>
        <p:spPr>
          <a:xfrm>
            <a:off x="250402" y="4022801"/>
            <a:ext cx="3634637" cy="2649662"/>
          </a:xfrm>
          <a:prstGeom prst="rect">
            <a:avLst/>
          </a:prstGeom>
        </p:spPr>
      </p:pic>
      <p:pic>
        <p:nvPicPr>
          <p:cNvPr id="18" name="图片 17">
            <a:extLst>
              <a:ext uri="{FF2B5EF4-FFF2-40B4-BE49-F238E27FC236}">
                <a16:creationId xmlns:a16="http://schemas.microsoft.com/office/drawing/2014/main" id="{045700C8-FE8C-DC17-265C-25DCD51FE68F}"/>
              </a:ext>
            </a:extLst>
          </p:cNvPr>
          <p:cNvPicPr>
            <a:picLocks noChangeAspect="1"/>
          </p:cNvPicPr>
          <p:nvPr/>
        </p:nvPicPr>
        <p:blipFill>
          <a:blip r:embed="rId6"/>
          <a:stretch>
            <a:fillRect/>
          </a:stretch>
        </p:blipFill>
        <p:spPr>
          <a:xfrm>
            <a:off x="3833994" y="1110990"/>
            <a:ext cx="4174807" cy="3167095"/>
          </a:xfrm>
          <a:prstGeom prst="rect">
            <a:avLst/>
          </a:prstGeom>
        </p:spPr>
      </p:pic>
      <p:pic>
        <p:nvPicPr>
          <p:cNvPr id="19" name="图片 18">
            <a:extLst>
              <a:ext uri="{FF2B5EF4-FFF2-40B4-BE49-F238E27FC236}">
                <a16:creationId xmlns:a16="http://schemas.microsoft.com/office/drawing/2014/main" id="{70BB1D7B-5B38-C60F-AA44-6B2D09F669DD}"/>
              </a:ext>
            </a:extLst>
          </p:cNvPr>
          <p:cNvPicPr>
            <a:picLocks noChangeAspect="1"/>
          </p:cNvPicPr>
          <p:nvPr/>
        </p:nvPicPr>
        <p:blipFill>
          <a:blip r:embed="rId7"/>
          <a:stretch>
            <a:fillRect/>
          </a:stretch>
        </p:blipFill>
        <p:spPr>
          <a:xfrm>
            <a:off x="8242289" y="983818"/>
            <a:ext cx="3524276" cy="4714909"/>
          </a:xfrm>
          <a:prstGeom prst="rect">
            <a:avLst/>
          </a:prstGeom>
        </p:spPr>
      </p:pic>
      <p:sp>
        <p:nvSpPr>
          <p:cNvPr id="20" name="流程图: 过程 19">
            <a:extLst>
              <a:ext uri="{FF2B5EF4-FFF2-40B4-BE49-F238E27FC236}">
                <a16:creationId xmlns:a16="http://schemas.microsoft.com/office/drawing/2014/main" id="{68F800CF-CC6A-80B2-2518-E86DC34FDE1E}"/>
              </a:ext>
            </a:extLst>
          </p:cNvPr>
          <p:cNvSpPr/>
          <p:nvPr/>
        </p:nvSpPr>
        <p:spPr>
          <a:xfrm>
            <a:off x="3885039" y="1079177"/>
            <a:ext cx="4107680" cy="3242452"/>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2" name="文本框 21">
            <a:extLst>
              <a:ext uri="{FF2B5EF4-FFF2-40B4-BE49-F238E27FC236}">
                <a16:creationId xmlns:a16="http://schemas.microsoft.com/office/drawing/2014/main" id="{E803A2B6-A33C-8F42-B603-494E1C5D526D}"/>
              </a:ext>
            </a:extLst>
          </p:cNvPr>
          <p:cNvSpPr txBox="1"/>
          <p:nvPr/>
        </p:nvSpPr>
        <p:spPr>
          <a:xfrm>
            <a:off x="8518914" y="5735682"/>
            <a:ext cx="3108543" cy="276999"/>
          </a:xfrm>
          <a:prstGeom prst="rect">
            <a:avLst/>
          </a:prstGeom>
          <a:noFill/>
        </p:spPr>
        <p:txBody>
          <a:bodyPr wrap="none" rtlCol="0">
            <a:spAutoFit/>
          </a:bodyPr>
          <a:lstStyle/>
          <a:p>
            <a:r>
              <a:rPr lang="zh-CN" altLang="en-US" sz="1200" dirty="0"/>
              <a:t>从上至下分别为：初始态，过渡态，平衡态</a:t>
            </a:r>
          </a:p>
        </p:txBody>
      </p:sp>
      <p:sp>
        <p:nvSpPr>
          <p:cNvPr id="25" name="圆角矩形 7">
            <a:extLst>
              <a:ext uri="{FF2B5EF4-FFF2-40B4-BE49-F238E27FC236}">
                <a16:creationId xmlns:a16="http://schemas.microsoft.com/office/drawing/2014/main" id="{9E075758-035B-3D1A-B61E-8891EF4E10CB}"/>
              </a:ext>
            </a:extLst>
          </p:cNvPr>
          <p:cNvSpPr/>
          <p:nvPr/>
        </p:nvSpPr>
        <p:spPr>
          <a:xfrm>
            <a:off x="3885039" y="4596728"/>
            <a:ext cx="4107680" cy="184322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4BAAF8D8-3F6E-CA38-9A41-DF199D16A8E7}"/>
              </a:ext>
            </a:extLst>
          </p:cNvPr>
          <p:cNvSpPr txBox="1"/>
          <p:nvPr/>
        </p:nvSpPr>
        <p:spPr>
          <a:xfrm>
            <a:off x="3979452" y="4709263"/>
            <a:ext cx="3980780" cy="1532022"/>
          </a:xfrm>
          <a:prstGeom prst="rect">
            <a:avLst/>
          </a:prstGeom>
          <a:noFill/>
        </p:spPr>
        <p:txBody>
          <a:bodyPr wrap="square">
            <a:spAutoFit/>
          </a:bodyPr>
          <a:lstStyle/>
          <a:p>
            <a:pPr latinLnBrk="1">
              <a:lnSpc>
                <a:spcPct val="150000"/>
              </a:lnSpc>
            </a:pPr>
            <a:r>
              <a:rPr lang="en-US" altLang="zh-CN" sz="1600" dirty="0"/>
              <a:t>0.5s</a:t>
            </a:r>
            <a:r>
              <a:rPr lang="zh-CN" altLang="en-US" sz="1600" dirty="0"/>
              <a:t>后，机器人进入平衡阶段后，左右腿摆角回到零点附近，后续没有继续放大的低频摆动；前进速度也从起立阶段的较大变化逐渐降下来，收敛到</a:t>
            </a:r>
            <a:r>
              <a:rPr lang="en-US" altLang="zh-CN" sz="1600" dirty="0"/>
              <a:t>0</a:t>
            </a:r>
            <a:r>
              <a:rPr lang="zh-CN" altLang="en-US" sz="1600" dirty="0"/>
              <a:t>附近</a:t>
            </a:r>
            <a:endParaRPr lang="en-US" altLang="zh-CN" sz="1600" dirty="0"/>
          </a:p>
        </p:txBody>
      </p:sp>
    </p:spTree>
    <p:extLst>
      <p:ext uri="{BB962C8B-B14F-4D97-AF65-F5344CB8AC3E}">
        <p14:creationId xmlns:p14="http://schemas.microsoft.com/office/powerpoint/2010/main" val="3372265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样机实验</a:t>
            </a:r>
          </a:p>
        </p:txBody>
      </p:sp>
      <p:pic>
        <p:nvPicPr>
          <p:cNvPr id="2" name="图片 1">
            <a:extLst>
              <a:ext uri="{FF2B5EF4-FFF2-40B4-BE49-F238E27FC236}">
                <a16:creationId xmlns:a16="http://schemas.microsoft.com/office/drawing/2014/main" id="{F6868EF5-AD60-FCC3-9B97-C94FAFCAC48E}"/>
              </a:ext>
            </a:extLst>
          </p:cNvPr>
          <p:cNvPicPr>
            <a:picLocks noChangeAspect="1"/>
          </p:cNvPicPr>
          <p:nvPr/>
        </p:nvPicPr>
        <p:blipFill>
          <a:blip r:embed="rId3"/>
          <a:stretch>
            <a:fillRect/>
          </a:stretch>
        </p:blipFill>
        <p:spPr>
          <a:xfrm>
            <a:off x="11485962" y="642257"/>
            <a:ext cx="696313" cy="332187"/>
          </a:xfrm>
          <a:prstGeom prst="rect">
            <a:avLst/>
          </a:prstGeom>
        </p:spPr>
      </p:pic>
      <p:pic>
        <p:nvPicPr>
          <p:cNvPr id="4" name="图片 3">
            <a:extLst>
              <a:ext uri="{FF2B5EF4-FFF2-40B4-BE49-F238E27FC236}">
                <a16:creationId xmlns:a16="http://schemas.microsoft.com/office/drawing/2014/main" id="{7F77DB62-9778-0ECF-3A16-5E107159AF2B}"/>
              </a:ext>
            </a:extLst>
          </p:cNvPr>
          <p:cNvPicPr>
            <a:picLocks noChangeAspect="1"/>
          </p:cNvPicPr>
          <p:nvPr/>
        </p:nvPicPr>
        <p:blipFill>
          <a:blip r:embed="rId4"/>
          <a:stretch>
            <a:fillRect/>
          </a:stretch>
        </p:blipFill>
        <p:spPr>
          <a:xfrm>
            <a:off x="183654" y="974444"/>
            <a:ext cx="3719324" cy="2850033"/>
          </a:xfrm>
          <a:prstGeom prst="rect">
            <a:avLst/>
          </a:prstGeom>
        </p:spPr>
      </p:pic>
      <p:pic>
        <p:nvPicPr>
          <p:cNvPr id="5" name="图片 4">
            <a:extLst>
              <a:ext uri="{FF2B5EF4-FFF2-40B4-BE49-F238E27FC236}">
                <a16:creationId xmlns:a16="http://schemas.microsoft.com/office/drawing/2014/main" id="{1D1E1FC2-5E48-9F1D-3072-5196A95AA30F}"/>
              </a:ext>
            </a:extLst>
          </p:cNvPr>
          <p:cNvPicPr>
            <a:picLocks noChangeAspect="1"/>
          </p:cNvPicPr>
          <p:nvPr/>
        </p:nvPicPr>
        <p:blipFill>
          <a:blip r:embed="rId5"/>
          <a:stretch>
            <a:fillRect/>
          </a:stretch>
        </p:blipFill>
        <p:spPr>
          <a:xfrm>
            <a:off x="4297500" y="974443"/>
            <a:ext cx="3257603" cy="4299685"/>
          </a:xfrm>
          <a:prstGeom prst="rect">
            <a:avLst/>
          </a:prstGeom>
        </p:spPr>
      </p:pic>
      <p:pic>
        <p:nvPicPr>
          <p:cNvPr id="7" name="图片 6">
            <a:extLst>
              <a:ext uri="{FF2B5EF4-FFF2-40B4-BE49-F238E27FC236}">
                <a16:creationId xmlns:a16="http://schemas.microsoft.com/office/drawing/2014/main" id="{98F802B6-D8E9-04B7-E873-3D63429F5D93}"/>
              </a:ext>
            </a:extLst>
          </p:cNvPr>
          <p:cNvPicPr>
            <a:picLocks noChangeAspect="1"/>
          </p:cNvPicPr>
          <p:nvPr/>
        </p:nvPicPr>
        <p:blipFill>
          <a:blip r:embed="rId6"/>
          <a:stretch>
            <a:fillRect/>
          </a:stretch>
        </p:blipFill>
        <p:spPr>
          <a:xfrm>
            <a:off x="8145344" y="974443"/>
            <a:ext cx="3186409" cy="4299685"/>
          </a:xfrm>
          <a:prstGeom prst="rect">
            <a:avLst/>
          </a:prstGeom>
        </p:spPr>
      </p:pic>
      <p:pic>
        <p:nvPicPr>
          <p:cNvPr id="8" name="图片 7">
            <a:extLst>
              <a:ext uri="{FF2B5EF4-FFF2-40B4-BE49-F238E27FC236}">
                <a16:creationId xmlns:a16="http://schemas.microsoft.com/office/drawing/2014/main" id="{0B065325-057C-7CC2-77AD-C1B3B94C6BE0}"/>
              </a:ext>
            </a:extLst>
          </p:cNvPr>
          <p:cNvPicPr>
            <a:picLocks noChangeAspect="1"/>
          </p:cNvPicPr>
          <p:nvPr/>
        </p:nvPicPr>
        <p:blipFill>
          <a:blip r:embed="rId7"/>
          <a:stretch>
            <a:fillRect/>
          </a:stretch>
        </p:blipFill>
        <p:spPr>
          <a:xfrm>
            <a:off x="68394" y="4251500"/>
            <a:ext cx="3949843" cy="2155371"/>
          </a:xfrm>
          <a:prstGeom prst="rect">
            <a:avLst/>
          </a:prstGeom>
        </p:spPr>
      </p:pic>
      <p:sp>
        <p:nvSpPr>
          <p:cNvPr id="10" name="圆角矩形 7">
            <a:extLst>
              <a:ext uri="{FF2B5EF4-FFF2-40B4-BE49-F238E27FC236}">
                <a16:creationId xmlns:a16="http://schemas.microsoft.com/office/drawing/2014/main" id="{5CAE2C02-0A66-370E-EAB0-7BDC903CE6CE}"/>
              </a:ext>
            </a:extLst>
          </p:cNvPr>
          <p:cNvSpPr/>
          <p:nvPr/>
        </p:nvSpPr>
        <p:spPr>
          <a:xfrm>
            <a:off x="4297500" y="5483038"/>
            <a:ext cx="7034253" cy="1195322"/>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2ED77DF-6826-4E6F-D250-0C71EF677937}"/>
              </a:ext>
            </a:extLst>
          </p:cNvPr>
          <p:cNvSpPr txBox="1"/>
          <p:nvPr/>
        </p:nvSpPr>
        <p:spPr>
          <a:xfrm>
            <a:off x="4297500" y="5483038"/>
            <a:ext cx="7102920" cy="1172052"/>
          </a:xfrm>
          <a:prstGeom prst="rect">
            <a:avLst/>
          </a:prstGeom>
          <a:noFill/>
        </p:spPr>
        <p:txBody>
          <a:bodyPr wrap="square">
            <a:spAutoFit/>
          </a:bodyPr>
          <a:lstStyle/>
          <a:p>
            <a:pPr latinLnBrk="1">
              <a:lnSpc>
                <a:spcPct val="150000"/>
              </a:lnSpc>
            </a:pPr>
            <a:r>
              <a:rPr lang="zh-CN" altLang="en-US" sz="1200" dirty="0"/>
              <a:t>速度参考由零附近逐渐切换至正向时， 实际速度能够跟随参考速度变化，并在加速阶段呈现连续上升趋势。由于实物样机存在轮地摩擦变化、电机响应滞后和速度估计滤波延迟，实际速度相对于参考速度存在 一定滞后</a:t>
            </a:r>
            <a:endParaRPr lang="en-US" altLang="zh-CN" sz="1200" dirty="0"/>
          </a:p>
          <a:p>
            <a:pPr latinLnBrk="1">
              <a:lnSpc>
                <a:spcPct val="150000"/>
              </a:lnSpc>
            </a:pPr>
            <a:r>
              <a:rPr lang="zh-CN" altLang="en-US" sz="1200" dirty="0"/>
              <a:t>左右腿参考长度在低位和高位之间周期性切换，实际腿长也随之完成伸长和缩短，两侧响应趋势接近</a:t>
            </a:r>
            <a:endParaRPr lang="en-US" altLang="zh-CN" sz="1200" dirty="0"/>
          </a:p>
        </p:txBody>
      </p:sp>
      <p:sp>
        <p:nvSpPr>
          <p:cNvPr id="14" name="流程图: 过程 13">
            <a:extLst>
              <a:ext uri="{FF2B5EF4-FFF2-40B4-BE49-F238E27FC236}">
                <a16:creationId xmlns:a16="http://schemas.microsoft.com/office/drawing/2014/main" id="{93A038BB-BD04-C854-1803-8B53B1EB68DD}"/>
              </a:ext>
            </a:extLst>
          </p:cNvPr>
          <p:cNvSpPr/>
          <p:nvPr/>
        </p:nvSpPr>
        <p:spPr>
          <a:xfrm>
            <a:off x="95857" y="974443"/>
            <a:ext cx="3922380" cy="2919309"/>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5" name="流程图: 过程 14">
            <a:extLst>
              <a:ext uri="{FF2B5EF4-FFF2-40B4-BE49-F238E27FC236}">
                <a16:creationId xmlns:a16="http://schemas.microsoft.com/office/drawing/2014/main" id="{BF2BFB1B-18D0-39DF-4172-2E5FB5282D07}"/>
              </a:ext>
            </a:extLst>
          </p:cNvPr>
          <p:cNvSpPr/>
          <p:nvPr/>
        </p:nvSpPr>
        <p:spPr>
          <a:xfrm>
            <a:off x="56148" y="4192491"/>
            <a:ext cx="3962089" cy="2257295"/>
          </a:xfrm>
          <a:prstGeom prst="flowChartProcess">
            <a:avLst/>
          </a:prstGeom>
          <a:noFill/>
          <a:ln w="19050">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59" name="矩形: 圆角 58">
            <a:extLst>
              <a:ext uri="{FF2B5EF4-FFF2-40B4-BE49-F238E27FC236}">
                <a16:creationId xmlns:a16="http://schemas.microsoft.com/office/drawing/2014/main" id="{F9C76651-652C-E05D-662C-4B919E6D0145}"/>
              </a:ext>
            </a:extLst>
          </p:cNvPr>
          <p:cNvSpPr/>
          <p:nvPr/>
        </p:nvSpPr>
        <p:spPr>
          <a:xfrm>
            <a:off x="2982742" y="4142854"/>
            <a:ext cx="8284814" cy="2482160"/>
          </a:xfrm>
          <a:prstGeom prst="roundRect">
            <a:avLst>
              <a:gd name="adj" fmla="val 15051"/>
            </a:avLst>
          </a:prstGeom>
          <a:solidFill>
            <a:schemeClr val="bg1"/>
          </a:solidFill>
          <a:ln w="6350">
            <a:solidFill>
              <a:srgbClr val="002060"/>
            </a:solidFill>
          </a:ln>
          <a:effectLst>
            <a:outerShdw blurRad="254000" dist="38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思源黑体 CN Light" panose="020B0300000000000000" pitchFamily="34" charset="-122"/>
              <a:ea typeface="思源黑体 CN Light" panose="020B0300000000000000" pitchFamily="34" charset="-122"/>
            </a:endParaRPr>
          </a:p>
        </p:txBody>
      </p:sp>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总结与展望</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pic>
        <p:nvPicPr>
          <p:cNvPr id="2" name="图片 1">
            <a:extLst>
              <a:ext uri="{FF2B5EF4-FFF2-40B4-BE49-F238E27FC236}">
                <a16:creationId xmlns:a16="http://schemas.microsoft.com/office/drawing/2014/main" id="{0F8EDC37-A3E8-A41F-7284-69E4E22C9AE5}"/>
              </a:ext>
            </a:extLst>
          </p:cNvPr>
          <p:cNvPicPr>
            <a:picLocks noChangeAspect="1"/>
          </p:cNvPicPr>
          <p:nvPr/>
        </p:nvPicPr>
        <p:blipFill>
          <a:blip r:embed="rId3"/>
          <a:stretch>
            <a:fillRect/>
          </a:stretch>
        </p:blipFill>
        <p:spPr>
          <a:xfrm>
            <a:off x="11485962" y="642257"/>
            <a:ext cx="696313" cy="332187"/>
          </a:xfrm>
          <a:prstGeom prst="rect">
            <a:avLst/>
          </a:prstGeom>
        </p:spPr>
      </p:pic>
      <p:pic>
        <p:nvPicPr>
          <p:cNvPr id="11" name="图片 10">
            <a:extLst>
              <a:ext uri="{FF2B5EF4-FFF2-40B4-BE49-F238E27FC236}">
                <a16:creationId xmlns:a16="http://schemas.microsoft.com/office/drawing/2014/main" id="{798D9A1C-097E-04E3-803C-94EDB63E0F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151" y="1012544"/>
            <a:ext cx="2280712" cy="1689939"/>
          </a:xfrm>
          <a:prstGeom prst="rect">
            <a:avLst/>
          </a:prstGeom>
        </p:spPr>
      </p:pic>
      <p:pic>
        <p:nvPicPr>
          <p:cNvPr id="15" name="图片 14">
            <a:extLst>
              <a:ext uri="{FF2B5EF4-FFF2-40B4-BE49-F238E27FC236}">
                <a16:creationId xmlns:a16="http://schemas.microsoft.com/office/drawing/2014/main" id="{4A262142-FE75-5032-2BFF-5FEB99AF3271}"/>
              </a:ext>
            </a:extLst>
          </p:cNvPr>
          <p:cNvPicPr>
            <a:picLocks noChangeAspect="1"/>
          </p:cNvPicPr>
          <p:nvPr/>
        </p:nvPicPr>
        <p:blipFill>
          <a:blip r:embed="rId5"/>
          <a:stretch>
            <a:fillRect/>
          </a:stretch>
        </p:blipFill>
        <p:spPr>
          <a:xfrm>
            <a:off x="288151" y="4875506"/>
            <a:ext cx="2280712" cy="1749508"/>
          </a:xfrm>
          <a:prstGeom prst="rect">
            <a:avLst/>
          </a:prstGeom>
        </p:spPr>
      </p:pic>
      <p:pic>
        <p:nvPicPr>
          <p:cNvPr id="26" name="图片 25">
            <a:extLst>
              <a:ext uri="{FF2B5EF4-FFF2-40B4-BE49-F238E27FC236}">
                <a16:creationId xmlns:a16="http://schemas.microsoft.com/office/drawing/2014/main" id="{F47F4FDC-7824-C052-CF7C-E4407C142B6E}"/>
              </a:ext>
            </a:extLst>
          </p:cNvPr>
          <p:cNvPicPr>
            <a:picLocks noChangeAspect="1"/>
          </p:cNvPicPr>
          <p:nvPr/>
        </p:nvPicPr>
        <p:blipFill>
          <a:blip r:embed="rId6">
            <a:extLst>
              <a:ext uri="{28A0092B-C50C-407E-A947-70E740481C1C}">
                <a14:useLocalDpi xmlns:a14="http://schemas.microsoft.com/office/drawing/2010/main" val="0"/>
              </a:ext>
            </a:extLst>
          </a:blip>
          <a:srcRect l="14572" r="8544"/>
          <a:stretch>
            <a:fillRect/>
          </a:stretch>
        </p:blipFill>
        <p:spPr>
          <a:xfrm>
            <a:off x="288151" y="2879135"/>
            <a:ext cx="2280712" cy="1854044"/>
          </a:xfrm>
          <a:prstGeom prst="rect">
            <a:avLst/>
          </a:prstGeom>
        </p:spPr>
      </p:pic>
      <p:sp>
        <p:nvSpPr>
          <p:cNvPr id="29" name="矩形: 圆角 28">
            <a:extLst>
              <a:ext uri="{FF2B5EF4-FFF2-40B4-BE49-F238E27FC236}">
                <a16:creationId xmlns:a16="http://schemas.microsoft.com/office/drawing/2014/main" id="{25B2055E-760D-DBB7-2D1C-30DBD8172A9A}"/>
              </a:ext>
            </a:extLst>
          </p:cNvPr>
          <p:cNvSpPr/>
          <p:nvPr/>
        </p:nvSpPr>
        <p:spPr>
          <a:xfrm>
            <a:off x="2982742" y="1104684"/>
            <a:ext cx="2552157" cy="2784448"/>
          </a:xfrm>
          <a:prstGeom prst="roundRect">
            <a:avLst>
              <a:gd name="adj" fmla="val 15051"/>
            </a:avLst>
          </a:prstGeom>
          <a:solidFill>
            <a:schemeClr val="bg1"/>
          </a:solidFill>
          <a:ln w="6350">
            <a:solidFill>
              <a:srgbClr val="002060"/>
            </a:solidFill>
          </a:ln>
          <a:effectLst>
            <a:outerShdw blurRad="254000" dist="38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思源黑体 CN Light" panose="020B0300000000000000" pitchFamily="34" charset="-122"/>
              <a:ea typeface="思源黑体 CN Light" panose="020B0300000000000000" pitchFamily="34" charset="-122"/>
            </a:endParaRPr>
          </a:p>
        </p:txBody>
      </p:sp>
      <p:sp>
        <p:nvSpPr>
          <p:cNvPr id="30" name="矩形: 圆角 29">
            <a:extLst>
              <a:ext uri="{FF2B5EF4-FFF2-40B4-BE49-F238E27FC236}">
                <a16:creationId xmlns:a16="http://schemas.microsoft.com/office/drawing/2014/main" id="{1DF1A35B-1CA9-95F8-D2D8-9F8C45BB0546}"/>
              </a:ext>
            </a:extLst>
          </p:cNvPr>
          <p:cNvSpPr/>
          <p:nvPr/>
        </p:nvSpPr>
        <p:spPr>
          <a:xfrm>
            <a:off x="8596614" y="1104684"/>
            <a:ext cx="2670942" cy="2784448"/>
          </a:xfrm>
          <a:prstGeom prst="roundRect">
            <a:avLst>
              <a:gd name="adj" fmla="val 15051"/>
            </a:avLst>
          </a:prstGeom>
          <a:solidFill>
            <a:schemeClr val="bg1"/>
          </a:solidFill>
          <a:ln w="6350">
            <a:solidFill>
              <a:srgbClr val="002060"/>
            </a:solidFill>
          </a:ln>
          <a:effectLst>
            <a:outerShdw blurRad="254000" dist="38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思源黑体 CN Light" panose="020B0300000000000000" pitchFamily="34" charset="-122"/>
              <a:ea typeface="思源黑体 CN Light" panose="020B0300000000000000" pitchFamily="34" charset="-122"/>
            </a:endParaRPr>
          </a:p>
        </p:txBody>
      </p:sp>
      <p:sp>
        <p:nvSpPr>
          <p:cNvPr id="31" name="矩形: 圆角 30">
            <a:extLst>
              <a:ext uri="{FF2B5EF4-FFF2-40B4-BE49-F238E27FC236}">
                <a16:creationId xmlns:a16="http://schemas.microsoft.com/office/drawing/2014/main" id="{66063A71-0205-F558-0B15-099BAA8B6C07}"/>
              </a:ext>
            </a:extLst>
          </p:cNvPr>
          <p:cNvSpPr/>
          <p:nvPr/>
        </p:nvSpPr>
        <p:spPr>
          <a:xfrm>
            <a:off x="5789498" y="1104684"/>
            <a:ext cx="2552157" cy="2784448"/>
          </a:xfrm>
          <a:prstGeom prst="roundRect">
            <a:avLst>
              <a:gd name="adj" fmla="val 15051"/>
            </a:avLst>
          </a:prstGeom>
          <a:solidFill>
            <a:schemeClr val="bg1"/>
          </a:solidFill>
          <a:ln w="6350">
            <a:solidFill>
              <a:srgbClr val="002060"/>
            </a:solidFill>
          </a:ln>
          <a:effectLst>
            <a:outerShdw blurRad="254000" dist="38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思源黑体 CN Light" panose="020B0300000000000000" pitchFamily="34" charset="-122"/>
              <a:ea typeface="思源黑体 CN Light" panose="020B0300000000000000" pitchFamily="34" charset="-122"/>
            </a:endParaRPr>
          </a:p>
        </p:txBody>
      </p:sp>
      <p:sp>
        <p:nvSpPr>
          <p:cNvPr id="33" name="文本框 32">
            <a:extLst>
              <a:ext uri="{FF2B5EF4-FFF2-40B4-BE49-F238E27FC236}">
                <a16:creationId xmlns:a16="http://schemas.microsoft.com/office/drawing/2014/main" id="{945FC137-5F4A-391A-4219-7C0990896366}"/>
              </a:ext>
            </a:extLst>
          </p:cNvPr>
          <p:cNvSpPr txBox="1"/>
          <p:nvPr/>
        </p:nvSpPr>
        <p:spPr>
          <a:xfrm>
            <a:off x="3049099" y="1183486"/>
            <a:ext cx="2419442" cy="376706"/>
          </a:xfrm>
          <a:prstGeom prst="rect">
            <a:avLst/>
          </a:prstGeom>
          <a:noFill/>
        </p:spPr>
        <p:txBody>
          <a:bodyPr wrap="square">
            <a:spAutoFit/>
          </a:bodyPr>
          <a:lstStyle/>
          <a:p>
            <a:pPr lvl="0" algn="ctr">
              <a:lnSpc>
                <a:spcPct val="125000"/>
              </a:lnSpc>
              <a:spcBef>
                <a:spcPts val="200"/>
              </a:spcBef>
              <a:spcAft>
                <a:spcPts val="200"/>
              </a:spcAft>
            </a:pPr>
            <a:r>
              <a:rPr lang="zh-CN" altLang="en-US" sz="1600" b="1" dirty="0">
                <a:solidFill>
                  <a:srgbClr val="002060"/>
                </a:solidFill>
                <a:latin typeface="微软雅黑" panose="020B0503020204020204" pitchFamily="34" charset="-122"/>
                <a:ea typeface="微软雅黑" panose="020B0503020204020204" pitchFamily="34" charset="-122"/>
              </a:rPr>
              <a:t>样机的机械结构设计</a:t>
            </a:r>
            <a:endParaRPr lang="en-US" altLang="zh-CN" sz="1600" b="1" dirty="0">
              <a:solidFill>
                <a:srgbClr val="002060"/>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35D076FF-19C0-4120-C12C-A84770EED816}"/>
              </a:ext>
            </a:extLst>
          </p:cNvPr>
          <p:cNvSpPr txBox="1"/>
          <p:nvPr/>
        </p:nvSpPr>
        <p:spPr>
          <a:xfrm>
            <a:off x="8787061" y="1156700"/>
            <a:ext cx="2290048" cy="372025"/>
          </a:xfrm>
          <a:prstGeom prst="rect">
            <a:avLst/>
          </a:prstGeom>
          <a:noFill/>
        </p:spPr>
        <p:txBody>
          <a:bodyPr wrap="square">
            <a:spAutoFit/>
          </a:bodyPr>
          <a:lstStyle/>
          <a:p>
            <a:pPr lvl="0" algn="ctr">
              <a:lnSpc>
                <a:spcPct val="125000"/>
              </a:lnSpc>
              <a:spcBef>
                <a:spcPts val="200"/>
              </a:spcBef>
              <a:spcAft>
                <a:spcPts val="200"/>
              </a:spcAft>
            </a:pPr>
            <a:r>
              <a:rPr lang="en-US" altLang="zh-CN" sz="1600" b="1" dirty="0">
                <a:solidFill>
                  <a:srgbClr val="002060"/>
                </a:solidFill>
                <a:latin typeface="微软雅黑" panose="020B0503020204020204" pitchFamily="34" charset="-122"/>
                <a:ea typeface="微软雅黑" panose="020B0503020204020204" pitchFamily="34" charset="-122"/>
              </a:rPr>
              <a:t>LQR-VMC </a:t>
            </a:r>
            <a:r>
              <a:rPr lang="zh-CN" altLang="en-US" sz="1600" b="1" dirty="0">
                <a:solidFill>
                  <a:srgbClr val="002060"/>
                </a:solidFill>
                <a:latin typeface="微软雅黑" panose="020B0503020204020204" pitchFamily="34" charset="-122"/>
                <a:ea typeface="微软雅黑" panose="020B0503020204020204" pitchFamily="34" charset="-122"/>
              </a:rPr>
              <a:t>控制策略</a:t>
            </a:r>
            <a:endParaRPr lang="en-US" altLang="zh-CN" sz="1600" b="1" dirty="0">
              <a:solidFill>
                <a:srgbClr val="00206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A11DA260-6737-06BC-140E-460B658F8B67}"/>
              </a:ext>
            </a:extLst>
          </p:cNvPr>
          <p:cNvSpPr txBox="1"/>
          <p:nvPr/>
        </p:nvSpPr>
        <p:spPr>
          <a:xfrm>
            <a:off x="6061802" y="1178058"/>
            <a:ext cx="2090052" cy="372025"/>
          </a:xfrm>
          <a:prstGeom prst="rect">
            <a:avLst/>
          </a:prstGeom>
          <a:noFill/>
        </p:spPr>
        <p:txBody>
          <a:bodyPr wrap="square">
            <a:spAutoFit/>
          </a:bodyPr>
          <a:lstStyle/>
          <a:p>
            <a:pPr lvl="0" algn="ctr">
              <a:lnSpc>
                <a:spcPct val="125000"/>
              </a:lnSpc>
              <a:spcBef>
                <a:spcPts val="200"/>
              </a:spcBef>
              <a:spcAft>
                <a:spcPts val="200"/>
              </a:spcAft>
            </a:pPr>
            <a:r>
              <a:rPr lang="zh-CN" altLang="en-US" sz="1600" b="1" dirty="0">
                <a:solidFill>
                  <a:srgbClr val="002060"/>
                </a:solidFill>
                <a:latin typeface="微软雅黑" panose="020B0503020204020204" pitchFamily="34" charset="-122"/>
                <a:ea typeface="微软雅黑" panose="020B0503020204020204" pitchFamily="34" charset="-122"/>
              </a:rPr>
              <a:t>运动学与动力学建模</a:t>
            </a:r>
            <a:endParaRPr lang="en-US" altLang="zh-CN" sz="1600" b="1" dirty="0">
              <a:solidFill>
                <a:srgbClr val="002060"/>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D19BD38F-F374-F942-F978-617D14DE141B}"/>
              </a:ext>
            </a:extLst>
          </p:cNvPr>
          <p:cNvSpPr txBox="1"/>
          <p:nvPr/>
        </p:nvSpPr>
        <p:spPr>
          <a:xfrm>
            <a:off x="3102290" y="1575389"/>
            <a:ext cx="2313060" cy="2062103"/>
          </a:xfrm>
          <a:prstGeom prst="rect">
            <a:avLst/>
          </a:prstGeom>
          <a:noFill/>
        </p:spPr>
        <p:txBody>
          <a:bodyPr wrap="square">
            <a:spAutoFit/>
          </a:bodyPr>
          <a:lstStyle/>
          <a:p>
            <a:r>
              <a:rPr lang="zh-CN" altLang="en-US" sz="1600" dirty="0">
                <a:latin typeface="+mn-ea"/>
              </a:rPr>
              <a:t>本文围绕小型化、轻量化和嵌入式实时控制需求，完成了腿部闭环机构、躯干承载结构、链传动系统、足端轮组以及关键执行器的设计与校核，为后续建模和实机控制提供了硬件基础</a:t>
            </a:r>
          </a:p>
        </p:txBody>
      </p:sp>
      <p:sp>
        <p:nvSpPr>
          <p:cNvPr id="46" name="文本框 45">
            <a:extLst>
              <a:ext uri="{FF2B5EF4-FFF2-40B4-BE49-F238E27FC236}">
                <a16:creationId xmlns:a16="http://schemas.microsoft.com/office/drawing/2014/main" id="{727C9ECD-29E6-B433-C301-8B204DA010C4}"/>
              </a:ext>
            </a:extLst>
          </p:cNvPr>
          <p:cNvSpPr txBox="1"/>
          <p:nvPr/>
        </p:nvSpPr>
        <p:spPr>
          <a:xfrm>
            <a:off x="5948778" y="1528725"/>
            <a:ext cx="2321224" cy="2308324"/>
          </a:xfrm>
          <a:prstGeom prst="rect">
            <a:avLst/>
          </a:prstGeom>
          <a:noFill/>
        </p:spPr>
        <p:txBody>
          <a:bodyPr wrap="square">
            <a:spAutoFit/>
          </a:bodyPr>
          <a:lstStyle/>
          <a:p>
            <a:r>
              <a:rPr lang="zh-CN" altLang="en-US" sz="1600" dirty="0"/>
              <a:t>将混合式闭环腿部机构等效为可伸缩虚拟腿，建立了轮式倒立摆等效动力学模型，推导了面向 </a:t>
            </a:r>
            <a:r>
              <a:rPr lang="en-US" altLang="zh-CN" sz="1600" dirty="0"/>
              <a:t>LQR </a:t>
            </a:r>
            <a:r>
              <a:rPr lang="zh-CN" altLang="en-US" sz="1600" dirty="0"/>
              <a:t>控制器的线性化状态空间模型，并基于虚功原理建立了虚拟腿任务空间到主动关节空间的力矩映射关系</a:t>
            </a:r>
            <a:endParaRPr lang="zh-CN" altLang="en-US" sz="1600" dirty="0">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8BD9B9D1-E0F2-37A4-77C0-8C33BD66F844}"/>
              </a:ext>
            </a:extLst>
          </p:cNvPr>
          <p:cNvSpPr txBox="1"/>
          <p:nvPr/>
        </p:nvSpPr>
        <p:spPr>
          <a:xfrm>
            <a:off x="8703005" y="1550083"/>
            <a:ext cx="2458159" cy="2062103"/>
          </a:xfrm>
          <a:prstGeom prst="rect">
            <a:avLst/>
          </a:prstGeom>
          <a:noFill/>
        </p:spPr>
        <p:txBody>
          <a:bodyPr wrap="square">
            <a:spAutoFit/>
          </a:bodyPr>
          <a:lstStyle/>
          <a:p>
            <a:r>
              <a:rPr lang="zh-CN" altLang="en-US" sz="1600" dirty="0"/>
              <a:t>本文设计了由 </a:t>
            </a:r>
            <a:r>
              <a:rPr lang="en-US" altLang="zh-CN" sz="1600" dirty="0"/>
              <a:t>LQR </a:t>
            </a:r>
            <a:r>
              <a:rPr lang="zh-CN" altLang="en-US" sz="1600" dirty="0"/>
              <a:t>平衡控制、</a:t>
            </a:r>
            <a:r>
              <a:rPr lang="en-US" altLang="zh-CN" sz="1600" dirty="0"/>
              <a:t>VMC </a:t>
            </a:r>
            <a:r>
              <a:rPr lang="zh-CN" altLang="en-US" sz="1600" dirty="0"/>
              <a:t>腿长支撑、滚转角补偿和卡尔曼滤波状态估计组成的控制系统，并在 </a:t>
            </a:r>
            <a:r>
              <a:rPr lang="en-US" altLang="zh-CN" sz="1600" dirty="0" err="1"/>
              <a:t>MuJoCo</a:t>
            </a:r>
            <a:r>
              <a:rPr lang="en-US" altLang="zh-CN" sz="1600" dirty="0"/>
              <a:t> </a:t>
            </a:r>
            <a:r>
              <a:rPr lang="zh-CN" altLang="en-US" sz="1600" dirty="0"/>
              <a:t>仿真和物理样机上完成了原地平衡、速度跟踪、腿长调节和滚转稳定实验</a:t>
            </a:r>
            <a:endParaRPr lang="zh-CN" altLang="en-US" sz="1600" dirty="0">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FB08CFF7-0C43-2C92-A4A1-A5735366D943}"/>
              </a:ext>
            </a:extLst>
          </p:cNvPr>
          <p:cNvSpPr txBox="1"/>
          <p:nvPr/>
        </p:nvSpPr>
        <p:spPr>
          <a:xfrm>
            <a:off x="3102290" y="4525596"/>
            <a:ext cx="8138134" cy="1815882"/>
          </a:xfrm>
          <a:prstGeom prst="rect">
            <a:avLst/>
          </a:prstGeom>
          <a:noFill/>
        </p:spPr>
        <p:txBody>
          <a:bodyPr wrap="square">
            <a:spAutoFit/>
          </a:bodyPr>
          <a:lstStyle/>
          <a:p>
            <a:r>
              <a:rPr lang="zh-CN" altLang="en-US" sz="1600" b="1" dirty="0"/>
              <a:t>机械结构上</a:t>
            </a:r>
            <a:r>
              <a:rPr lang="zh-CN" altLang="en-US" sz="1600" dirty="0"/>
              <a:t>，需要进一步提高腿部闭环机构、链传动和髋关节轴系的刚度与装配精度，减小传动间隙和响应滞后；</a:t>
            </a:r>
            <a:endParaRPr lang="en-US" altLang="zh-CN" sz="1600" dirty="0"/>
          </a:p>
          <a:p>
            <a:r>
              <a:rPr lang="zh-CN" altLang="en-US" sz="1600" b="1" dirty="0"/>
              <a:t>状态估计上</a:t>
            </a:r>
            <a:r>
              <a:rPr lang="zh-CN" altLang="en-US" sz="1600" dirty="0"/>
              <a:t>，可进一步融合 </a:t>
            </a:r>
            <a:r>
              <a:rPr lang="en-US" altLang="zh-CN" sz="1600" dirty="0"/>
              <a:t>IMU</a:t>
            </a:r>
            <a:r>
              <a:rPr lang="zh-CN" altLang="en-US" sz="1600" dirty="0"/>
              <a:t>、轮速、关节编码器以及外部感知信息，提高速度、姿态和接触状态估计的稳定性；</a:t>
            </a:r>
            <a:endParaRPr lang="en-US" altLang="zh-CN" sz="1600" dirty="0"/>
          </a:p>
          <a:p>
            <a:r>
              <a:rPr lang="zh-CN" altLang="en-US" sz="1600" b="1" dirty="0"/>
              <a:t>控制方法上</a:t>
            </a:r>
            <a:r>
              <a:rPr lang="zh-CN" altLang="en-US" sz="1600" dirty="0"/>
              <a:t>，可在现有 </a:t>
            </a:r>
            <a:r>
              <a:rPr lang="en-US" altLang="zh-CN" sz="1600" dirty="0"/>
              <a:t>LQR-VMC </a:t>
            </a:r>
            <a:r>
              <a:rPr lang="zh-CN" altLang="en-US" sz="1600" dirty="0"/>
              <a:t>轻量级框架基础上扩展更完整的三维稳定控制和复杂地形适应能力，使样机从平地平衡与基础运动验证逐步走向更高动态性能和更强环境适应性的轮足移动平台。</a:t>
            </a:r>
          </a:p>
        </p:txBody>
      </p:sp>
      <p:sp>
        <p:nvSpPr>
          <p:cNvPr id="60" name="文本框 59">
            <a:extLst>
              <a:ext uri="{FF2B5EF4-FFF2-40B4-BE49-F238E27FC236}">
                <a16:creationId xmlns:a16="http://schemas.microsoft.com/office/drawing/2014/main" id="{7D8F80E3-B87D-B0A1-47CC-B6AB1DA2D4EA}"/>
              </a:ext>
            </a:extLst>
          </p:cNvPr>
          <p:cNvSpPr txBox="1"/>
          <p:nvPr/>
        </p:nvSpPr>
        <p:spPr>
          <a:xfrm>
            <a:off x="6020550" y="4118625"/>
            <a:ext cx="2090052" cy="406971"/>
          </a:xfrm>
          <a:prstGeom prst="rect">
            <a:avLst/>
          </a:prstGeom>
          <a:noFill/>
        </p:spPr>
        <p:txBody>
          <a:bodyPr wrap="square">
            <a:spAutoFit/>
          </a:bodyPr>
          <a:lstStyle/>
          <a:p>
            <a:pPr lvl="0" algn="ctr">
              <a:lnSpc>
                <a:spcPct val="125000"/>
              </a:lnSpc>
              <a:spcBef>
                <a:spcPts val="200"/>
              </a:spcBef>
              <a:spcAft>
                <a:spcPts val="200"/>
              </a:spcAft>
            </a:pPr>
            <a:r>
              <a:rPr lang="zh-CN" altLang="en-US" b="1" dirty="0">
                <a:solidFill>
                  <a:srgbClr val="002060"/>
                </a:solidFill>
                <a:latin typeface="微软雅黑" panose="020B0503020204020204" pitchFamily="34" charset="-122"/>
                <a:ea typeface="微软雅黑" panose="020B0503020204020204" pitchFamily="34" charset="-122"/>
              </a:rPr>
              <a:t>展望</a:t>
            </a:r>
            <a:endParaRPr lang="en-US" altLang="zh-CN"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级本科生毕业设计答辩</a:t>
            </a: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12322</TotalTime>
  <Words>1783</Words>
  <Application>Microsoft Office PowerPoint</Application>
  <PresentationFormat>宽屏</PresentationFormat>
  <Paragraphs>244</Paragraphs>
  <Slides>25</Slides>
  <Notes>22</Notes>
  <HiddenSlides>1</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25</vt:i4>
      </vt:variant>
    </vt:vector>
  </HeadingPairs>
  <TitlesOfParts>
    <vt:vector size="36" baseType="lpstr">
      <vt:lpstr>等线</vt:lpstr>
      <vt:lpstr>等线 Light</vt:lpstr>
      <vt:lpstr>思源黑体 CN Bold</vt:lpstr>
      <vt:lpstr>思源黑体 CN Light</vt:lpstr>
      <vt:lpstr>Arial</vt:lpstr>
      <vt:lpstr>Calibri</vt:lpstr>
      <vt:lpstr>Calibri Light</vt:lpstr>
      <vt:lpstr>Times New Roman</vt:lpstr>
      <vt:lpstr>微软雅黑</vt:lpstr>
      <vt:lpstr>Office 主题​​</vt:lpstr>
      <vt:lpstr>自定义设计方案</vt:lpstr>
      <vt:lpstr>PowerPoint 演示文稿</vt:lpstr>
      <vt:lpstr>PowerPoint 演示文稿</vt:lpstr>
      <vt:lpstr>PowerPoint 演示文稿</vt:lpstr>
      <vt:lpstr>研究背景及意义</vt:lpstr>
      <vt:lpstr>国内外研究现状</vt:lpstr>
      <vt:lpstr>国内外研究现状</vt:lpstr>
      <vt:lpstr>研究内容及技术路线</vt:lpstr>
      <vt:lpstr>PowerPoint 演示文稿</vt:lpstr>
      <vt:lpstr>机器人机械结构设计</vt:lpstr>
      <vt:lpstr>机器人机械结构设计</vt:lpstr>
      <vt:lpstr>机器人机械结构设计</vt:lpstr>
      <vt:lpstr>PowerPoint 演示文稿</vt:lpstr>
      <vt:lpstr>PowerPoint 演示文稿</vt:lpstr>
      <vt:lpstr>运动学与动力学建模</vt:lpstr>
      <vt:lpstr>运动学与动力学建模</vt:lpstr>
      <vt:lpstr>PowerPoint 演示文稿</vt:lpstr>
      <vt:lpstr>控制策略设计</vt:lpstr>
      <vt:lpstr>控制策略设计</vt:lpstr>
      <vt:lpstr>PowerPoint 演示文稿</vt:lpstr>
      <vt:lpstr>MuJoCo仿真实验</vt:lpstr>
      <vt:lpstr>MuJoCo仿真实验</vt:lpstr>
      <vt:lpstr>样机实验</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2025</cp:revision>
  <cp:lastPrinted>2024-04-20T12:37:04Z</cp:lastPrinted>
  <dcterms:created xsi:type="dcterms:W3CDTF">2020-07-30T10:43:00Z</dcterms:created>
  <dcterms:modified xsi:type="dcterms:W3CDTF">2026-05-26T03:50:12Z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